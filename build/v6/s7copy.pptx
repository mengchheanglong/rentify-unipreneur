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[2:58–3:20]
Merchants start free. Selling on the Rentify Marketplace costs nothing upfront — we only take a small commission when our marketplace brings the sale. When a merchant wants their own storefront and a POS at the counter, they upgrade to Starter for five dollars a month, and Pro adds a custom domain, staff accounts and analytics. On their own storefront and counter, they never pay commission.
(Q&amp;A: prices are proposals to test. At launch, orders are cash on delivery, so revenue comes from subscriptions; commission starts when marketplace payments go online in 2027.)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free. Upgrade when you grow.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8028" y="3063240"/>
            <a:ext cx="3429000" cy="2971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98068" y="3319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141068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pPr algn="r" indent="0" marL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9216" y="4023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559" y="4207703"/>
            <a:ext cx="399410" cy="3994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2056" y="4846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08480" y="4023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823" y="4207703"/>
            <a:ext cx="399410" cy="3994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1320" y="4846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977744" y="4023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087" y="4207703"/>
            <a:ext cx="399410" cy="3994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40584" y="4846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952348" y="530352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% on marketplace sales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381348" y="2514600"/>
            <a:ext cx="3429000" cy="3520440"/>
          </a:xfrm>
          <a:prstGeom prst="roundRect">
            <a:avLst>
              <a:gd name="adj" fmla="val 5333"/>
            </a:avLst>
          </a:prstGeom>
          <a:solidFill>
            <a:srgbClr val="111D35"/>
          </a:solidFill>
          <a:ln/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364328" y="235915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AA7A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SHOPS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701388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844388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742536" y="347472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879" y="3659063"/>
            <a:ext cx="399410" cy="3994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05376" y="429768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711800" y="347472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43" y="3659063"/>
            <a:ext cx="399410" cy="39941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4640" y="429768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681064" y="347472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07" y="3659063"/>
            <a:ext cx="399410" cy="39941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543904" y="429768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4655668" y="530352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on your own sales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084668" y="1920240"/>
            <a:ext cx="3429000" cy="4114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8404708" y="2176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9547708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</a:t>
            </a:r>
            <a:pPr algn="r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445856" y="2880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199" y="3064703"/>
            <a:ext cx="399410" cy="39941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308696" y="3703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9415120" y="2880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9463" y="3064703"/>
            <a:ext cx="399410" cy="39941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9277960" y="3703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10384384" y="2880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8727" y="3064703"/>
            <a:ext cx="399410" cy="39941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247224" y="3703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8555584" y="420624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3600" y="4334256"/>
            <a:ext cx="292608" cy="29260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8308696" y="4800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domain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9524848" y="420624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2864" y="4334256"/>
            <a:ext cx="292608" cy="29260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277960" y="4800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100" dirty="0"/>
          </a:p>
        </p:txBody>
      </p:sp>
      <p:sp>
        <p:nvSpPr>
          <p:cNvPr id="48" name="Shape 35"/>
          <p:cNvSpPr/>
          <p:nvPr/>
        </p:nvSpPr>
        <p:spPr>
          <a:xfrm>
            <a:off x="10494112" y="420624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2128" y="4334256"/>
            <a:ext cx="292608" cy="292608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0247224" y="4800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8358988" y="530352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on your own sales</a:t>
            </a:r>
            <a:endParaRPr lang="en-US" sz="1300" dirty="0"/>
          </a:p>
        </p:txBody>
      </p:sp>
      <p:sp>
        <p:nvSpPr>
          <p:cNvPr id="52" name="Text 38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prices, tested in our pilot. At launch (cash on delivery) revenue is subscriptions; commission starts with online marketplace payments.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2026-09-25T16:16:07Z</dcterms:created>
  <dcterms:modified xsi:type="dcterms:W3CDTF">2026-09-25T16:16:08Z</dcterms:modified>
</cp:coreProperties>
</file>