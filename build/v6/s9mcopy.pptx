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[2:55–3:20]
Cambodia's e-commerce market was 1.51 billion dollars in 2024 and is projected to reach 1.78 billion this year — growing about 18% a year. Fashion and beauty are the two biggest online categories, which is exactly where we start, and almost half of payments already use QR. From the ground up: Cambodia has about 410,000 retail shops — a 24.6 million dollar subscription market. We focus on 65,000 specialised stores, worth 3.9 million a year, and aim for about 1,100 paying shops by Year 3. Marketplace commission comes on top.
(Q&amp;A: $1.51B is total e-commerce transaction value, not Rentify revenue. Half of Cambodian businesses have only one employee — our simple, low-cost plans fit them.)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market, counted from the ground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937760" cy="4800600"/>
          </a:xfrm>
          <a:prstGeom prst="roundRect">
            <a:avLst>
              <a:gd name="adj" fmla="val 3810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 E-COMMERCE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2404667" cy="411480"/>
          </a:xfrm>
          <a:prstGeom prst="roundRect">
            <a:avLst>
              <a:gd name="adj" fmla="val 22222"/>
            </a:avLst>
          </a:prstGeom>
          <a:solidFill>
            <a:srgbClr val="0AA7A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24707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$1.51B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2025*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74320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A7F3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743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$1.78B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A4A"/>
          </a:solidFill>
          <a:ln w="12700">
            <a:solidFill>
              <a:srgbClr val="0AA7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+17.9% a year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ONLINE PURCHASES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EC489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645152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17320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304288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A855F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464515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98648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2898648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877056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AA7A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464515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71416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4471416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by QR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877056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PAY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712464" y="4160520"/>
            <a:ext cx="0" cy="96012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first categories are the two biggest.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400800" y="1371600"/>
            <a:ext cx="4663440" cy="466344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155180" y="2880360"/>
            <a:ext cx="3154680" cy="3154680"/>
          </a:xfrm>
          <a:prstGeom prst="ellipse">
            <a:avLst/>
          </a:prstGeom>
          <a:solidFill>
            <a:srgbClr val="CCFB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09560" y="4389120"/>
            <a:ext cx="1645920" cy="1645920"/>
          </a:xfrm>
          <a:prstGeom prst="ellipse">
            <a:avLst/>
          </a:prstGeom>
          <a:solidFill>
            <a:srgbClr val="FFED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269480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pPr algn="ctr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all retail shops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7269480" y="1883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410,600</a:t>
            </a:r>
            <a:endParaRPr lang="en-US" sz="26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$24.6M / yr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7269480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pPr algn="ctr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specialized stores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269480" y="3364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65,400</a:t>
            </a:r>
            <a:endParaRPr lang="en-US" sz="2600" dirty="0"/>
          </a:p>
        </p:txBody>
      </p:sp>
      <p:sp>
        <p:nvSpPr>
          <p:cNvPr id="36" name="Text 31"/>
          <p:cNvSpPr txBox="1"/>
          <p:nvPr/>
        </p:nvSpPr>
        <p:spPr>
          <a:xfrm>
            <a:off x="726948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$3.9M / yr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7269480" y="4709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pPr algn="ctr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paying by Year 3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7269480" y="4946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≈1,130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7269480" y="5330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$67.7K / yr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*2025 projected. Sources: Ministry of Commerce iTrade Bulletin (Mar 2025); NIS Economic Census 2022. Value = shops × US$60/yr subscription; commission not included.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2026-09-25T16:46:34Z</dcterms:created>
  <dcterms:modified xsi:type="dcterms:W3CDTF">2026-09-25T16:46:34Z</dcterms:modified>
</cp:coreProperties>
</file>