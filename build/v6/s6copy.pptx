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[1:50–2:15]
Three things make Rentify different. One: start anywhere — a merchant can begin on our marketplace and add their own store and POS later, without re-listing a single product. Two: one sale updates every channel, as you just saw. Three: fair pricing — merchants pay nothing on their own storefront and counter sales. We only earn when our marketplace brings the sale.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2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2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5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Rentify different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0868" y="1325880"/>
            <a:ext cx="3520440" cy="4617720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A2A4A">
                <a:alpha val="14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15188" y="1554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52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23748" y="502920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anywhere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335628" y="1325880"/>
            <a:ext cx="3520440" cy="4617720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A2A4A">
                <a:alpha val="14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609948" y="1554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52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18508" y="502920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stock everywhere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8130388" y="1325880"/>
            <a:ext cx="3520440" cy="4617720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A2A4A">
                <a:alpha val="14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404708" y="1554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52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313268" y="502920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 pricing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33476" y="3703320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928" y="3890772"/>
            <a:ext cx="374904" cy="374904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1327252" y="3493008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A2A4A">
                <a:alpha val="14000"/>
              </a:srgbClr>
            </a:outerShdw>
          </a:effectLst>
        </p:spPr>
      </p:sp>
      <p:pic>
        <p:nvPicPr>
          <p:cNvPr id="15" name="Image 1" descr="C:\Users\User\Downloads\rentify-national-challenge\assets\v6\s4-product-perfu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2972" y="3538728"/>
            <a:ext cx="329184" cy="329184"/>
          </a:xfrm>
          <a:prstGeom prst="ellipse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650596" y="4507992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</a:t>
            </a:r>
            <a:endParaRPr lang="en-US" sz="12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6436" y="3657600"/>
            <a:ext cx="256032" cy="256032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1885036" y="299008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2463E8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2488" y="3177540"/>
            <a:ext cx="374904" cy="374904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2378812" y="2779776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A2A4A">
                <a:alpha val="14000"/>
              </a:srgbClr>
            </a:outerShdw>
          </a:effectLst>
        </p:spPr>
      </p:sp>
      <p:pic>
        <p:nvPicPr>
          <p:cNvPr id="21" name="Image 4" descr="C:\Users\User\Downloads\rentify-national-challenge\assets\v6\s4-product-perfum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4532" y="2825496"/>
            <a:ext cx="329184" cy="329184"/>
          </a:xfrm>
          <a:prstGeom prst="ellipse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702156" y="3794760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6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</a:t>
            </a:r>
            <a:endParaRPr lang="en-US" sz="12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07996" y="2944368"/>
            <a:ext cx="256032" cy="256032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2936596" y="2276856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0AA7A2"/>
          </a:solidFill>
          <a:ln/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24048" y="2464308"/>
            <a:ext cx="374904" cy="374904"/>
          </a:xfrm>
          <a:prstGeom prst="rect">
            <a:avLst/>
          </a:prstGeom>
        </p:spPr>
      </p:pic>
      <p:sp>
        <p:nvSpPr>
          <p:cNvPr id="26" name="Shape 17"/>
          <p:cNvSpPr/>
          <p:nvPr/>
        </p:nvSpPr>
        <p:spPr>
          <a:xfrm>
            <a:off x="3430372" y="2066544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A2A4A">
                <a:alpha val="14000"/>
              </a:srgbClr>
            </a:outerShdw>
          </a:effectLst>
        </p:spPr>
      </p:sp>
      <p:pic>
        <p:nvPicPr>
          <p:cNvPr id="27" name="Image 7" descr="C:\Users\User\Downloads\rentify-national-challenge\assets\v6\s4-product-perfum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76092" y="2112264"/>
            <a:ext cx="329184" cy="329184"/>
          </a:xfrm>
          <a:prstGeom prst="ellipse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2753716" y="3081528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A7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</a:t>
            </a:r>
            <a:endParaRPr lang="en-US" sz="1200" dirty="0"/>
          </a:p>
        </p:txBody>
      </p:sp>
      <p:sp>
        <p:nvSpPr>
          <p:cNvPr id="29" name="Shape 19"/>
          <p:cNvSpPr/>
          <p:nvPr/>
        </p:nvSpPr>
        <p:spPr>
          <a:xfrm>
            <a:off x="5711800" y="2011680"/>
            <a:ext cx="768096" cy="768096"/>
          </a:xfrm>
          <a:prstGeom prst="ellipse">
            <a:avLst/>
          </a:prstGeom>
          <a:solidFill>
            <a:srgbClr val="111D35"/>
          </a:solidFill>
          <a:ln/>
        </p:spPr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94680" y="2194560"/>
            <a:ext cx="402336" cy="402336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6242152" y="1901952"/>
            <a:ext cx="420624" cy="420624"/>
          </a:xfrm>
          <a:prstGeom prst="ellipse">
            <a:avLst/>
          </a:prstGeom>
          <a:solidFill>
            <a:srgbClr val="D64545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</a:t>
            </a:r>
            <a:endParaRPr lang="en-US" sz="1300" dirty="0"/>
          </a:p>
        </p:txBody>
      </p:sp>
      <p:sp>
        <p:nvSpPr>
          <p:cNvPr id="32" name="Shape 21"/>
          <p:cNvSpPr/>
          <p:nvPr/>
        </p:nvSpPr>
        <p:spPr>
          <a:xfrm flipH="1">
            <a:off x="5103724" y="2834640"/>
            <a:ext cx="992124" cy="694944"/>
          </a:xfrm>
          <a:prstGeom prst="line">
            <a:avLst/>
          </a:prstGeom>
          <a:noFill/>
          <a:ln w="25400">
            <a:solidFill>
              <a:srgbClr val="2463E8"/>
            </a:solidFill>
            <a:prstDash val="solid"/>
            <a:tailEnd type="triangle"/>
          </a:ln>
        </p:spPr>
      </p:sp>
      <p:sp>
        <p:nvSpPr>
          <p:cNvPr id="33" name="Shape 22"/>
          <p:cNvSpPr/>
          <p:nvPr/>
        </p:nvSpPr>
        <p:spPr>
          <a:xfrm>
            <a:off x="4747108" y="3566160"/>
            <a:ext cx="713232" cy="713232"/>
          </a:xfrm>
          <a:prstGeom prst="roundRect">
            <a:avLst>
              <a:gd name="adj" fmla="val 22000"/>
            </a:avLst>
          </a:prstGeom>
          <a:solidFill>
            <a:srgbClr val="2463E8"/>
          </a:solidFill>
          <a:ln/>
        </p:spPr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25416" y="3744468"/>
            <a:ext cx="356616" cy="356616"/>
          </a:xfrm>
          <a:prstGeom prst="rect">
            <a:avLst/>
          </a:prstGeom>
        </p:spPr>
      </p:pic>
      <p:sp>
        <p:nvSpPr>
          <p:cNvPr id="35" name="Text 23"/>
          <p:cNvSpPr txBox="1"/>
          <p:nvPr/>
        </p:nvSpPr>
        <p:spPr>
          <a:xfrm>
            <a:off x="5186020" y="3410712"/>
            <a:ext cx="420624" cy="4206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463E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6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1200" dirty="0"/>
          </a:p>
        </p:txBody>
      </p:sp>
      <p:sp>
        <p:nvSpPr>
          <p:cNvPr id="36" name="Shape 24"/>
          <p:cNvSpPr/>
          <p:nvPr/>
        </p:nvSpPr>
        <p:spPr>
          <a:xfrm>
            <a:off x="6095848" y="2834640"/>
            <a:ext cx="13716" cy="694944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  <a:tailEnd type="triangle"/>
          </a:ln>
        </p:spPr>
      </p:sp>
      <p:sp>
        <p:nvSpPr>
          <p:cNvPr id="37" name="Shape 25"/>
          <p:cNvSpPr/>
          <p:nvPr/>
        </p:nvSpPr>
        <p:spPr>
          <a:xfrm>
            <a:off x="5752948" y="3566160"/>
            <a:ext cx="713232" cy="713232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/>
        </p:spPr>
      </p:sp>
      <p:pic>
        <p:nvPicPr>
          <p:cNvPr id="3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31256" y="3744468"/>
            <a:ext cx="356616" cy="356616"/>
          </a:xfrm>
          <a:prstGeom prst="rect">
            <a:avLst/>
          </a:prstGeom>
        </p:spPr>
      </p:pic>
      <p:sp>
        <p:nvSpPr>
          <p:cNvPr id="39" name="Text 26"/>
          <p:cNvSpPr txBox="1"/>
          <p:nvPr/>
        </p:nvSpPr>
        <p:spPr>
          <a:xfrm>
            <a:off x="6191860" y="3410712"/>
            <a:ext cx="420624" cy="4206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973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1200" dirty="0"/>
          </a:p>
        </p:txBody>
      </p:sp>
      <p:sp>
        <p:nvSpPr>
          <p:cNvPr id="40" name="Shape 27"/>
          <p:cNvSpPr/>
          <p:nvPr/>
        </p:nvSpPr>
        <p:spPr>
          <a:xfrm>
            <a:off x="6095848" y="2834640"/>
            <a:ext cx="1019556" cy="694944"/>
          </a:xfrm>
          <a:prstGeom prst="line">
            <a:avLst/>
          </a:prstGeom>
          <a:noFill/>
          <a:ln w="25400">
            <a:solidFill>
              <a:srgbClr val="0AA7A2"/>
            </a:solidFill>
            <a:prstDash val="solid"/>
            <a:tailEnd type="triangle"/>
          </a:ln>
        </p:spPr>
      </p:sp>
      <p:sp>
        <p:nvSpPr>
          <p:cNvPr id="41" name="Shape 28"/>
          <p:cNvSpPr/>
          <p:nvPr/>
        </p:nvSpPr>
        <p:spPr>
          <a:xfrm>
            <a:off x="6758788" y="3566160"/>
            <a:ext cx="713232" cy="713232"/>
          </a:xfrm>
          <a:prstGeom prst="roundRect">
            <a:avLst>
              <a:gd name="adj" fmla="val 22000"/>
            </a:avLst>
          </a:prstGeom>
          <a:solidFill>
            <a:srgbClr val="0AA7A2"/>
          </a:solidFill>
          <a:ln/>
        </p:spPr>
      </p:sp>
      <p:pic>
        <p:nvPicPr>
          <p:cNvPr id="4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37096" y="3744468"/>
            <a:ext cx="356616" cy="356616"/>
          </a:xfrm>
          <a:prstGeom prst="rect">
            <a:avLst/>
          </a:prstGeom>
        </p:spPr>
      </p:pic>
      <p:sp>
        <p:nvSpPr>
          <p:cNvPr id="43" name="Text 29"/>
          <p:cNvSpPr txBox="1"/>
          <p:nvPr/>
        </p:nvSpPr>
        <p:spPr>
          <a:xfrm>
            <a:off x="7197700" y="3410712"/>
            <a:ext cx="420624" cy="4206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AA7A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A7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1200" dirty="0"/>
          </a:p>
        </p:txBody>
      </p:sp>
      <p:sp>
        <p:nvSpPr>
          <p:cNvPr id="44" name="Shape 30"/>
          <p:cNvSpPr/>
          <p:nvPr/>
        </p:nvSpPr>
        <p:spPr>
          <a:xfrm>
            <a:off x="8404708" y="2103120"/>
            <a:ext cx="2971800" cy="1005840"/>
          </a:xfrm>
          <a:prstGeom prst="roundRect">
            <a:avLst>
              <a:gd name="adj" fmla="val 16364"/>
            </a:avLst>
          </a:prstGeom>
          <a:solidFill>
            <a:srgbClr val="DCFCE7"/>
          </a:solidFill>
          <a:ln/>
        </p:spPr>
      </p:sp>
      <p:sp>
        <p:nvSpPr>
          <p:cNvPr id="45" name="Shape 31"/>
          <p:cNvSpPr/>
          <p:nvPr/>
        </p:nvSpPr>
        <p:spPr>
          <a:xfrm>
            <a:off x="8587588" y="2286000"/>
            <a:ext cx="603504" cy="603504"/>
          </a:xfrm>
          <a:prstGeom prst="roundRect">
            <a:avLst>
              <a:gd name="adj" fmla="val 22000"/>
            </a:avLst>
          </a:prstGeom>
          <a:solidFill>
            <a:srgbClr val="2463E8"/>
          </a:solidFill>
          <a:ln/>
        </p:spPr>
      </p:sp>
      <p:pic>
        <p:nvPicPr>
          <p:cNvPr id="46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38464" y="2436876"/>
            <a:ext cx="301752" cy="301752"/>
          </a:xfrm>
          <a:prstGeom prst="rect">
            <a:avLst/>
          </a:prstGeom>
        </p:spPr>
      </p:pic>
      <p:sp>
        <p:nvSpPr>
          <p:cNvPr id="47" name="Shape 32"/>
          <p:cNvSpPr/>
          <p:nvPr/>
        </p:nvSpPr>
        <p:spPr>
          <a:xfrm>
            <a:off x="9319108" y="2286000"/>
            <a:ext cx="603504" cy="603504"/>
          </a:xfrm>
          <a:prstGeom prst="roundRect">
            <a:avLst>
              <a:gd name="adj" fmla="val 22000"/>
            </a:avLst>
          </a:prstGeom>
          <a:solidFill>
            <a:srgbClr val="0AA7A2"/>
          </a:solidFill>
          <a:ln/>
        </p:spPr>
      </p:sp>
      <p:pic>
        <p:nvPicPr>
          <p:cNvPr id="48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469984" y="2436876"/>
            <a:ext cx="301752" cy="301752"/>
          </a:xfrm>
          <a:prstGeom prst="rect">
            <a:avLst/>
          </a:prstGeom>
        </p:spPr>
      </p:pic>
      <p:pic>
        <p:nvPicPr>
          <p:cNvPr id="49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068916" y="2459736"/>
            <a:ext cx="256032" cy="256032"/>
          </a:xfrm>
          <a:prstGeom prst="rect">
            <a:avLst/>
          </a:prstGeom>
        </p:spPr>
      </p:pic>
      <p:sp>
        <p:nvSpPr>
          <p:cNvPr id="50" name="Text 33"/>
          <p:cNvSpPr txBox="1"/>
          <p:nvPr/>
        </p:nvSpPr>
        <p:spPr>
          <a:xfrm>
            <a:off x="10416388" y="2103120"/>
            <a:ext cx="868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4600" dirty="0"/>
          </a:p>
        </p:txBody>
      </p:sp>
      <p:sp>
        <p:nvSpPr>
          <p:cNvPr id="51" name="Shape 34"/>
          <p:cNvSpPr/>
          <p:nvPr/>
        </p:nvSpPr>
        <p:spPr>
          <a:xfrm>
            <a:off x="8404708" y="3474720"/>
            <a:ext cx="2971800" cy="1005840"/>
          </a:xfrm>
          <a:prstGeom prst="roundRect">
            <a:avLst>
              <a:gd name="adj" fmla="val 16364"/>
            </a:avLst>
          </a:prstGeom>
          <a:solidFill>
            <a:srgbClr val="FFEDD5"/>
          </a:solidFill>
          <a:ln/>
        </p:spPr>
      </p:sp>
      <p:sp>
        <p:nvSpPr>
          <p:cNvPr id="52" name="Shape 35"/>
          <p:cNvSpPr/>
          <p:nvPr/>
        </p:nvSpPr>
        <p:spPr>
          <a:xfrm>
            <a:off x="8587588" y="3657600"/>
            <a:ext cx="603504" cy="603504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/>
        </p:spPr>
      </p:sp>
      <p:pic>
        <p:nvPicPr>
          <p:cNvPr id="53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738464" y="3808476"/>
            <a:ext cx="301752" cy="301752"/>
          </a:xfrm>
          <a:prstGeom prst="rect">
            <a:avLst/>
          </a:prstGeom>
        </p:spPr>
      </p:pic>
      <p:pic>
        <p:nvPicPr>
          <p:cNvPr id="54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337396" y="3831336"/>
            <a:ext cx="256032" cy="256032"/>
          </a:xfrm>
          <a:prstGeom prst="rect">
            <a:avLst/>
          </a:prstGeom>
        </p:spPr>
      </p:pic>
      <p:sp>
        <p:nvSpPr>
          <p:cNvPr id="55" name="Text 36"/>
          <p:cNvSpPr txBox="1"/>
          <p:nvPr/>
        </p:nvSpPr>
        <p:spPr>
          <a:xfrm>
            <a:off x="9684868" y="347472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%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2026-09-25T16:11:07Z</dcterms:created>
  <dcterms:modified xsi:type="dcterms:W3CDTF">2026-09-25T16:11:07Z</dcterms:modified>
</cp:coreProperties>
</file>