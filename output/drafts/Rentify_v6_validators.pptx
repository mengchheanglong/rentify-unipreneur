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[MOCK] Replace these quotes with what each validator actually said. Do not present mock quotes as real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merchants told us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566160" y="932688"/>
            <a:ext cx="502920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QUOTES — replace with real feedback before presenting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18008" y="1645920"/>
            <a:ext cx="356616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6608" y="1874520"/>
            <a:ext cx="731520" cy="73152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Eol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184" y="1911096"/>
            <a:ext cx="658368" cy="658368"/>
          </a:xfrm>
          <a:prstGeom prst="ellipse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15288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Eolra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15288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Perfume store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032608" y="175564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746608" y="2743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sell on Facebook and in my shop. Keeping stock the same in both is my biggest headache.”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12768" y="1645920"/>
            <a:ext cx="356616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1368" y="1874520"/>
            <a:ext cx="731520" cy="73152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1" descr="Kour Mani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944" y="1911096"/>
            <a:ext cx="658368" cy="658368"/>
          </a:xfrm>
          <a:prstGeom prst="ellipse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10048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Kour Manith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10048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shop &amp; restaurant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827368" y="175564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4541368" y="2743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POS that also puts my menu online would save me hours every week.”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07528" y="1645920"/>
            <a:ext cx="356616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36128" y="1874520"/>
            <a:ext cx="731520" cy="73152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2" descr="Apsara Fai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704" y="1911096"/>
            <a:ext cx="658368" cy="658368"/>
          </a:xfrm>
          <a:prstGeom prst="ellipse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204808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Apsara Fairy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9204808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&amp; coffee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10622128" y="175564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</a:t>
            </a:r>
            <a:endParaRPr lang="en-US" sz="850" dirty="0"/>
          </a:p>
        </p:txBody>
      </p:sp>
      <p:sp>
        <p:nvSpPr>
          <p:cNvPr id="24" name="Text 19"/>
          <p:cNvSpPr txBox="1"/>
          <p:nvPr/>
        </p:nvSpPr>
        <p:spPr>
          <a:xfrm>
            <a:off x="8336128" y="2743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it is free to start, I would try the marketplace this month.”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2415388" y="3886200"/>
            <a:ext cx="356616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643988" y="4114800"/>
            <a:ext cx="731520" cy="73152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7" name="Image 3" descr="Hyper-Tech Sto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0564" y="4151376"/>
            <a:ext cx="658368" cy="658368"/>
          </a:xfrm>
          <a:prstGeom prst="ellipse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3512668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Hyper-Tech Store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3512668" y="4480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 store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4929988" y="399592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</a:t>
            </a:r>
            <a:endParaRPr lang="en-US" sz="850" dirty="0"/>
          </a:p>
        </p:txBody>
      </p:sp>
      <p:sp>
        <p:nvSpPr>
          <p:cNvPr id="31" name="Text 25"/>
          <p:cNvSpPr txBox="1"/>
          <p:nvPr/>
        </p:nvSpPr>
        <p:spPr>
          <a:xfrm>
            <a:off x="2643988" y="4983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“Customers ask on Telegram if items are in stock. I have to check by hand.”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210148" y="3886200"/>
            <a:ext cx="3566160" cy="1965960"/>
          </a:xfrm>
          <a:prstGeom prst="roundRect">
            <a:avLst>
              <a:gd name="adj" fmla="val 83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438748" y="4114800"/>
            <a:ext cx="731520" cy="73152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4" name="Image 4" descr="Dr. Po Sovind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324" y="4151376"/>
            <a:ext cx="658368" cy="658368"/>
          </a:xfrm>
          <a:prstGeom prst="ellipse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307428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Po Sovinda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7307428" y="4480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Lecturer, Strategy</a:t>
            </a:r>
            <a:endParaRPr lang="en-US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8724748" y="3995928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</a:t>
            </a:r>
            <a:endParaRPr lang="en-US" sz="850" dirty="0"/>
          </a:p>
        </p:txBody>
      </p:sp>
      <p:sp>
        <p:nvSpPr>
          <p:cNvPr id="38" name="Text 31"/>
          <p:cNvSpPr txBox="1"/>
          <p:nvPr/>
        </p:nvSpPr>
        <p:spPr>
          <a:xfrm>
            <a:off x="6438748" y="4983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“Prove it with a small pilot first. Measure stock accuracy and repeat use.”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quotes for layout only. Replace with each validator’s real words and confirm permission to show names and logos.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2026-09-25T19:14:55Z</dcterms:created>
  <dcterms:modified xsi:type="dcterms:W3CDTF">2026-09-25T19:14:55Z</dcterms:modified>
</cp:coreProperties>
</file>