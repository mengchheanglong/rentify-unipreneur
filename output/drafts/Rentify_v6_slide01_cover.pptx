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
Cambodian merchants sell in many places — Facebook, marketplaces and their own shop counter. Rentify lets them sell everywhere and manage once: one store behind their marketplace listing, their own storefront and their 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tif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908" y="11887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Rentify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everywhere. Manage once.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239616" y="4974336"/>
            <a:ext cx="3712464" cy="0"/>
          </a:xfrm>
          <a:prstGeom prst="line">
            <a:avLst/>
          </a:prstGeom>
          <a:noFill/>
          <a:ln w="25400">
            <a:solidFill>
              <a:srgbClr val="2A3B5C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3883000" y="461772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175" y="4788896"/>
            <a:ext cx="370881" cy="37088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425800" y="5422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739232" y="461772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407" y="4788896"/>
            <a:ext cx="370881" cy="37088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82032" y="5422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595464" y="461772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639" y="4788896"/>
            <a:ext cx="370881" cy="37088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38264" y="5422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2026-09-25T18:58:54Z</dcterms:created>
  <dcterms:modified xsi:type="dcterms:W3CDTF">2026-09-25T18:58:54Z</dcterms:modified>
</cp:coreProperties>
</file>