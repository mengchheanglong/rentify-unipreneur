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from docs/rentify-financial-model.xlsx (build/financial_model.py). Paying-shop numbers are unchanged from the team 36-month model; costs are rebuilt bottom-up. All inputs are assumptions to validate in the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detail (bottom-up model)</a:t>
            </a:r>
            <a:endParaRPr lang="en-US" sz="3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188720"/>
                <a:gridCol w="1188720"/>
                <a:gridCol w="51480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Assumption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Subscription revenue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3,142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22,846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61,586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Paying shops 58 → 419 → 1,129 × $5 plan; 10% VAT removed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of service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3,013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Servers, database, storage, email ($50 → $225 / month) + 14% withholding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2,454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21,277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58,573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6,360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19,080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38,520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founders on equity, $100 → $500 / month allowance; support hire in Year 3; NSSF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&amp; marketing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Facebook ads $100 → $600 / month, QR stands, festival campaigns, referral credit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Software, office, legal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2,268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4,668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tools, registration (~$840), accountant, coworking, patent tax $300 / 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 on profit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 monthly prepayment; 20% profit tax only after past losses are used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result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–8,071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–5,764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4,051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case: subscriptions only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3% commission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–7,843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–789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19,879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Half of shops get 2 → 4 marketplace orders / month at $15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Break-even: about 1,040 paying shops at Year-3 costs (1.6% of the 65,433-store SAM). Funding needed before profit: about $13.8K. Founders take low pay until the business grows. Tax rules and prices checked Sept 2026; confirm with an accountant. Model: docs/rentify-financial-model.xlsx.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2026-09-25T18:28:40Z</dcterms:created>
  <dcterms:modified xsi:type="dcterms:W3CDTF">2026-09-25T18:28:40Z</dcterms:modified>
</cp:coreProperties>
</file>