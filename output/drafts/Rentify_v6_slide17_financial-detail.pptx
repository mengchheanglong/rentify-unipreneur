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from the team 36-month model (lean cost base) as shown in the v2 deck; only the assumption labels were updated for the Free / Starter / Pro pricing.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detail (team model, lean scenario)</a:t>
            </a:r>
            <a:endParaRPr lang="en-US" sz="3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188720"/>
                <a:gridCol w="1188720"/>
                <a:gridCol w="514807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3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3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3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Assumption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3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Subscription revenue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3,456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25,131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67,744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Starter $5 / Pro $10; $5 average per paying shop; Free plan pays none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Commission revenue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modelled; starts with online marketplace payments (2027)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of service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1,543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8,939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21,669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$0.30 per active + $0.75 per paying shop / month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 profit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16,193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35,300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Founders, lean hiring path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&amp; marketing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Field onboarding, referrals, paid ads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Software, office, legal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7,190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9,700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Fixed lean overhead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result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–26,802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–36,747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–26,076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tax while loss-making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6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Break-even: about 1,895 paying shops (Month-36 operating cost ÷ contribution per shop) — 2.9% of the 65,433-store SAM. All inputs are assumptions to validate in the pilot.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2026-09-25T16:28:03Z</dcterms:created>
  <dcterms:modified xsi:type="dcterms:W3CDTF">2026-09-25T16:28:03Z</dcterms:modified>
</cp:coreProperties>
</file>