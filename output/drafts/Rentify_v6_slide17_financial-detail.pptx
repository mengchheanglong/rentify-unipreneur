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docs/rentify-financial-model.xlsx (build/financial_model.py). Paying-shop numbers are unchanged from the team 36-month model; costs are rebuilt bottom-up. All inputs are assumptions to validate in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2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detail (bootstrapped model)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  <a:gridCol w="1188720"/>
                <a:gridCol w="51480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Subscription revenue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Paying shops 58 → 419 → 1,129 × $5 plan; 10% VAT removed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Servers, database, storage, email ($50 → $225 / month) + 14% withholding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&amp; marketing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 of revenue + referral credits; growth is founder-led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Software, office, legal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AI tools, registration (~$840), patent tax; no office rent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Profit before team pay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49,983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works for equity until this is positive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pay (incl. NSSF)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Unpaid in Year 1; then half of profit, max $500 / founder / month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on profit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 monthly prepayment; 20% profit tax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Kept in the company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6,687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Reserve for growth and bad months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 per founder / month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founders, all doing product, sales and support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3% commission: kept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24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reaches the $500 cap in Year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1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26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110 paying shops cover running costs; about 765 would pay all 5 founders $500 / month (1.2% of the 65,433-store SAM). Cash needed to start: about $1.1K. Tax rules and prices checked Sept 2026; confirm with an accountant. Model: docs/rentify-financial-model.xlsx.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2026-09-25T18:52:49Z</dcterms:created>
  <dcterms:modified xsi:type="dcterms:W3CDTF">2026-09-25T18:52:49Z</dcterms:modified>
</cp:coreProperties>
</file>