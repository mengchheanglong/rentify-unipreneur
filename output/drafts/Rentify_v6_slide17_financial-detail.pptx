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docs/rentify-financial-model.xlsx (build/financial_model.py). Paying-shop numbers are unchanged from the team 36-month model; costs are rebuilt bottom-up. All inputs are assumptions to validate in the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detail (bottom-up model)</a:t>
            </a:r>
            <a:endParaRPr lang="en-US" sz="3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188720"/>
                <a:gridCol w="1188720"/>
                <a:gridCol w="51480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Subscription revenue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25,131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Paying shops 58 → 419 → 1,129 (team model) × $5 average plan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service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2,643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Servers, database, photo storage, email: $50 → $225 / month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profit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2,853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founders on equity, $100 → $500 / month allowance; 1 support hire in Year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&amp; marketing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Facebook ads $100 → $600 / month, QR stands, festival campaigns, referral credit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Software, office, legal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1,560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tools, company registration (~$840), accountant, coworking in Year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 minimum tax; 20% profit tax after earlier losses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result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–3,799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case: subscriptions only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 3% commission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–3,543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Half of shops get 2 → 4 marketplace orders / month at $15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Break-even: about 670 paying shops at Year-3 costs (1.0% of the 65,433-store SAM). If founders earned $1,000 / month, Year 3 would still be about +$7.7K. Prices: DigitalOcean, Resend, Ministry of Commerce, checked Sept 2026. Model: docs/rentify-financial-model.xlsx.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2026-09-25T18:12:25Z</dcterms:created>
  <dcterms:modified xsi:type="dcterms:W3CDTF">2026-09-25T18:12:25Z</dcterms:modified>
</cp:coreProperties>
</file>