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[4:18–4:45]
We are five students who have already built this platform. Our next step is ten pilot shops in Phnom Penh, starting this quarter. Rentify: sell everywhere, manage once. Thank you.
[Stop here. Keep this slide up for Q&amp;A.]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behind Rentify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5440" y="1188720"/>
            <a:ext cx="2103120" cy="2697480"/>
          </a:xfrm>
          <a:prstGeom prst="roundRect">
            <a:avLst>
              <a:gd name="adj" fmla="val 7826"/>
            </a:avLst>
          </a:prstGeom>
          <a:solidFill>
            <a:srgbClr val="1A2A4A"/>
          </a:solidFill>
          <a:ln/>
        </p:spPr>
      </p:sp>
      <p:sp>
        <p:nvSpPr>
          <p:cNvPr id="4" name="Shape 2"/>
          <p:cNvSpPr/>
          <p:nvPr/>
        </p:nvSpPr>
        <p:spPr>
          <a:xfrm>
            <a:off x="938632" y="1389888"/>
            <a:ext cx="1316736" cy="1316736"/>
          </a:xfrm>
          <a:prstGeom prst="ellipse">
            <a:avLst/>
          </a:prstGeom>
          <a:solidFill>
            <a:srgbClr val="24365A"/>
          </a:solidFill>
          <a:ln/>
        </p:spPr>
      </p:sp>
      <p:pic>
        <p:nvPicPr>
          <p:cNvPr id="5" name="Image 0" descr="Long Mengchhe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064" y="1417320"/>
            <a:ext cx="1261872" cy="1261872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688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Mengchheng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5480" y="31729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740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36880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and runs the team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4864" y="1188720"/>
            <a:ext cx="2103120" cy="2697480"/>
          </a:xfrm>
          <a:prstGeom prst="roundRect">
            <a:avLst>
              <a:gd name="adj" fmla="val 7826"/>
            </a:avLst>
          </a:prstGeom>
          <a:solidFill>
            <a:srgbClr val="1A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3188056" y="1389888"/>
            <a:ext cx="1316736" cy="1316736"/>
          </a:xfrm>
          <a:prstGeom prst="ellipse">
            <a:avLst/>
          </a:prstGeom>
          <a:solidFill>
            <a:srgbClr val="24365A"/>
          </a:solidFill>
          <a:ln/>
        </p:spPr>
      </p:sp>
      <p:pic>
        <p:nvPicPr>
          <p:cNvPr id="11" name="Image 1" descr="Hong Thanbrath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488" y="1417320"/>
            <a:ext cx="1261872" cy="1261872"/>
          </a:xfrm>
          <a:prstGeom prst="ellipse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6304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Thanbrathna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114904" y="31729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740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Founder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886304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platform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44288" y="1188720"/>
            <a:ext cx="2103120" cy="2697480"/>
          </a:xfrm>
          <a:prstGeom prst="roundRect">
            <a:avLst>
              <a:gd name="adj" fmla="val 7826"/>
            </a:avLst>
          </a:prstGeom>
          <a:solidFill>
            <a:srgbClr val="1A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5437480" y="1389888"/>
            <a:ext cx="1316736" cy="1316736"/>
          </a:xfrm>
          <a:prstGeom prst="ellipse">
            <a:avLst/>
          </a:prstGeom>
          <a:solidFill>
            <a:srgbClr val="24365A"/>
          </a:solidFill>
          <a:ln/>
        </p:spPr>
      </p:sp>
      <p:pic>
        <p:nvPicPr>
          <p:cNvPr id="17" name="Image 2" descr="Khemrak Pas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12" y="1417320"/>
            <a:ext cx="1261872" cy="1261872"/>
          </a:xfrm>
          <a:prstGeom prst="ellipse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35728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Khemrak Pasey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364328" y="31729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740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135728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and strategy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293712" y="1188720"/>
            <a:ext cx="2103120" cy="2697480"/>
          </a:xfrm>
          <a:prstGeom prst="roundRect">
            <a:avLst>
              <a:gd name="adj" fmla="val 7826"/>
            </a:avLst>
          </a:prstGeom>
          <a:solidFill>
            <a:srgbClr val="1A2A4A"/>
          </a:solidFill>
          <a:ln/>
        </p:spPr>
      </p:sp>
      <p:sp>
        <p:nvSpPr>
          <p:cNvPr id="22" name="Shape 17"/>
          <p:cNvSpPr/>
          <p:nvPr/>
        </p:nvSpPr>
        <p:spPr>
          <a:xfrm>
            <a:off x="7686904" y="1389888"/>
            <a:ext cx="1316736" cy="1316736"/>
          </a:xfrm>
          <a:prstGeom prst="ellipse">
            <a:avLst/>
          </a:prstGeom>
          <a:solidFill>
            <a:srgbClr val="24365A"/>
          </a:solidFill>
          <a:ln/>
        </p:spPr>
      </p:sp>
      <p:pic>
        <p:nvPicPr>
          <p:cNvPr id="23" name="Image 3" descr="Mom Sothirea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336" y="1417320"/>
            <a:ext cx="1261872" cy="1261872"/>
          </a:xfrm>
          <a:prstGeom prst="ellipse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85152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 Sothireak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613752" y="31729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740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Lead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7385152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our brand story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543136" y="1188720"/>
            <a:ext cx="2103120" cy="2697480"/>
          </a:xfrm>
          <a:prstGeom prst="roundRect">
            <a:avLst>
              <a:gd name="adj" fmla="val 7826"/>
            </a:avLst>
          </a:prstGeom>
          <a:solidFill>
            <a:srgbClr val="1A2A4A"/>
          </a:solidFill>
          <a:ln/>
        </p:spPr>
      </p:sp>
      <p:sp>
        <p:nvSpPr>
          <p:cNvPr id="28" name="Shape 22"/>
          <p:cNvSpPr/>
          <p:nvPr/>
        </p:nvSpPr>
        <p:spPr>
          <a:xfrm>
            <a:off x="9936328" y="1389888"/>
            <a:ext cx="1316736" cy="1316736"/>
          </a:xfrm>
          <a:prstGeom prst="ellipse">
            <a:avLst/>
          </a:prstGeom>
          <a:solidFill>
            <a:srgbClr val="24365A"/>
          </a:solidFill>
          <a:ln/>
        </p:spPr>
      </p:sp>
      <p:pic>
        <p:nvPicPr>
          <p:cNvPr id="29" name="Image 4" descr="Vy Seou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3760" y="1417320"/>
            <a:ext cx="1261872" cy="1261872"/>
          </a:xfrm>
          <a:prstGeom prst="ellipse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34576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 Seoul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863176" y="31729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740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9634576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the UX/UI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300320" y="44348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269" y="4535790"/>
            <a:ext cx="218724" cy="218724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885536" y="44348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485" y="4535790"/>
            <a:ext cx="218724" cy="218724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470752" y="44348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701" y="4535790"/>
            <a:ext cx="218724" cy="2187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0" y="502920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everywhere. Manage once.</a:t>
            </a:r>
            <a:endParaRPr lang="en-US" sz="3600" dirty="0"/>
          </a:p>
        </p:txBody>
      </p:sp>
      <p:sp>
        <p:nvSpPr>
          <p:cNvPr id="40" name="Text 30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2026-09-25T18:58:54Z</dcterms:created>
  <dcterms:modified xsi:type="dcterms:W3CDTF">2026-09-25T18:58:54Z</dcterms:modified>
</cp:coreProperties>
</file>