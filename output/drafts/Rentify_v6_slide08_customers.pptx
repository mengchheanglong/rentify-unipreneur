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[2:35–2:55]
We serve two merchants first. The Facebook seller sells through posts and Telegram today; they start free on our marketplace. The small shop runs a cash box and a notebook today; they start on Starter with their own storefront and POS. We begin in Phnom Penh, home to one in five Cambodian businesses, with fashion, beauty, electronics and home goods.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749040" cy="4800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554480"/>
            <a:ext cx="1828800" cy="1828800"/>
          </a:xfrm>
          <a:prstGeom prst="ellipse">
            <a:avLst/>
          </a:prstGeom>
          <a:solidFill>
            <a:srgbClr val="FFEDD5"/>
          </a:solidFill>
          <a:ln/>
        </p:spPr>
      </p:sp>
      <p:pic>
        <p:nvPicPr>
          <p:cNvPr id="5" name="Image 0" descr="Facebook seller (illustrative person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71600"/>
            <a:ext cx="1737360" cy="2167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seller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03120" y="4270248"/>
            <a:ext cx="420624" cy="420624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03120" y="429127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70048" y="4270248"/>
            <a:ext cx="420624" cy="420624"/>
          </a:xfrm>
          <a:prstGeom prst="ellipse">
            <a:avLst/>
          </a:prstGeom>
          <a:solidFill>
            <a:srgbClr val="27A7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04" y="43754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RENTIFY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103120" y="4937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183" y="507382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20240" y="55321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788920" y="15087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26280" y="1234440"/>
            <a:ext cx="3749040" cy="4800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0" y="1554480"/>
            <a:ext cx="1828800" cy="18288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9" name="Image 3" descr="Small shop (illustrative persona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71600"/>
            <a:ext cx="1737360" cy="21671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shop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4270248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636" y="4375404"/>
            <a:ext cx="210312" cy="21031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693408" y="4270248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4375404"/>
            <a:ext cx="210312" cy="2103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846320" y="5166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RENTIFY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543" y="5073823"/>
            <a:ext cx="294803" cy="294803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943600" y="55321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995160" y="4937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223" y="5073823"/>
            <a:ext cx="294803" cy="294803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812280" y="55321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6812280" y="15087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11D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plan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8549640" y="1234440"/>
            <a:ext cx="3139135" cy="4800600"/>
          </a:xfrm>
          <a:prstGeom prst="roundRect">
            <a:avLst>
              <a:gd name="adj" fmla="val 5826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35" name="Text 25"/>
          <p:cNvSpPr txBox="1"/>
          <p:nvPr/>
        </p:nvSpPr>
        <p:spPr>
          <a:xfrm>
            <a:off x="8869680" y="1508760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IN</a:t>
            </a:r>
            <a:endParaRPr lang="en-US" sz="11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1892808"/>
            <a:ext cx="502920" cy="5029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418320" y="1856232"/>
            <a:ext cx="2133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Phnom Penh</a:t>
            </a:r>
            <a:endParaRPr lang="en-US" sz="2400" dirty="0"/>
          </a:p>
        </p:txBody>
      </p:sp>
      <p:sp>
        <p:nvSpPr>
          <p:cNvPr id="38" name="Text 27"/>
          <p:cNvSpPr txBox="1"/>
          <p:nvPr/>
        </p:nvSpPr>
        <p:spPr>
          <a:xfrm>
            <a:off x="8869680" y="246888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</a:t>
            </a:r>
            <a:endParaRPr lang="en-US" sz="3400" dirty="0"/>
          </a:p>
        </p:txBody>
      </p:sp>
      <p:sp>
        <p:nvSpPr>
          <p:cNvPr id="39" name="Text 28"/>
          <p:cNvSpPr txBox="1"/>
          <p:nvPr/>
        </p:nvSpPr>
        <p:spPr>
          <a:xfrm>
            <a:off x="8869680" y="2990088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Cambodian businesses are here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8869680" y="3429000"/>
            <a:ext cx="2499055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88696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CATEGORIES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9201836" y="4087368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8140" y="4233672"/>
            <a:ext cx="292608" cy="29260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531020" y="392277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100" dirty="0"/>
          </a:p>
        </p:txBody>
      </p:sp>
      <p:sp>
        <p:nvSpPr>
          <p:cNvPr id="45" name="Text 33"/>
          <p:cNvSpPr txBox="1"/>
          <p:nvPr/>
        </p:nvSpPr>
        <p:spPr>
          <a:xfrm>
            <a:off x="8836076" y="47091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10451363" y="4087368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7667" y="4233672"/>
            <a:ext cx="292608" cy="292608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0780547" y="392277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49" name="Text 36"/>
          <p:cNvSpPr txBox="1"/>
          <p:nvPr/>
        </p:nvSpPr>
        <p:spPr>
          <a:xfrm>
            <a:off x="10085603" y="47091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200" dirty="0"/>
          </a:p>
        </p:txBody>
      </p:sp>
      <p:sp>
        <p:nvSpPr>
          <p:cNvPr id="50" name="Shape 37"/>
          <p:cNvSpPr/>
          <p:nvPr/>
        </p:nvSpPr>
        <p:spPr>
          <a:xfrm>
            <a:off x="9201836" y="5020056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8140" y="5166360"/>
            <a:ext cx="292608" cy="292608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836076" y="564184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10451363" y="5020056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7667" y="5166360"/>
            <a:ext cx="292608" cy="292608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10085603" y="564184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56" name="Text 41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photos are illustrative. Sources: NIS Economic Census 2022 (Phnom Penh has 20% of establishments); Ministry of Commerce iTrade Bulletin, March 2025 (37% / 20% = share of online purchases).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2026-09-25T16:43:31Z</dcterms:created>
  <dcterms:modified xsi:type="dcterms:W3CDTF">2026-09-25T16:43:31Z</dcterms:modified>
</cp:coreProperties>
</file>