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[1:05–1:25]
Here is how Rentify works. The merchant adds a product once — name, price and stock. It appears immediately on their own storefront, in the shared marketplace and in their POS at the counter. Same price, same stock, everywhere. No copying, no re-listing.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product once. It’s live everywhere.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55568" y="1097280"/>
            <a:ext cx="44805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pic>
        <p:nvPicPr>
          <p:cNvPr id="4" name="Image 0" descr="Product photo: perfume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0160" y="1261872"/>
            <a:ext cx="1225296" cy="12252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55768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ONCE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55768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I Am The Queen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55768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$36.00</a:t>
            </a:r>
            <a:pPr algn="l" indent="0" marL="0">
              <a:buNone/>
            </a:pPr>
            <a:r>
              <a:rPr lang="en-US" sz="17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Stock 40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 flipH="1">
            <a:off x="1761592" y="2697480"/>
            <a:ext cx="3236976" cy="448056"/>
          </a:xfrm>
          <a:prstGeom prst="line">
            <a:avLst/>
          </a:prstGeom>
          <a:noFill/>
          <a:ln w="38100">
            <a:solidFill>
              <a:srgbClr val="2463E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8572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2463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860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568300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714604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860908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Own storefront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0" y="3438144"/>
            <a:ext cx="3575304" cy="201339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42820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463E8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30072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2463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64" y="5698427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5560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storefront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 flipH="1">
            <a:off x="5592928" y="2697480"/>
            <a:ext cx="502920" cy="44805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289908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08196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4399636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18"/>
          <p:cNvSpPr/>
          <p:nvPr/>
        </p:nvSpPr>
        <p:spPr>
          <a:xfrm>
            <a:off x="4545940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19"/>
          <p:cNvSpPr/>
          <p:nvPr/>
        </p:nvSpPr>
        <p:spPr>
          <a:xfrm>
            <a:off x="4692244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5" name="Image 3" descr="Marketplace 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196" y="3438144"/>
            <a:ext cx="3575304" cy="201339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74156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861408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000" y="5698427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36896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7193128" y="2697480"/>
            <a:ext cx="2231136" cy="448056"/>
          </a:xfrm>
          <a:prstGeom prst="line">
            <a:avLst/>
          </a:prstGeom>
          <a:noFill/>
          <a:ln w="3810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121244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0AA7A2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9532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26"/>
          <p:cNvSpPr/>
          <p:nvPr/>
        </p:nvSpPr>
        <p:spPr>
          <a:xfrm>
            <a:off x="8230972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27"/>
          <p:cNvSpPr/>
          <p:nvPr/>
        </p:nvSpPr>
        <p:spPr>
          <a:xfrm>
            <a:off x="8377276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28"/>
          <p:cNvSpPr/>
          <p:nvPr/>
        </p:nvSpPr>
        <p:spPr>
          <a:xfrm>
            <a:off x="8523580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6" name="Image 5" descr="POS at the counter 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3438144"/>
            <a:ext cx="3575304" cy="201339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05492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AA7A2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692744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7336" y="5698427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168232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at the counter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screens from Rentify’s working development build (demo store: Aura Botanicals).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2026-09-25T15:20:38Z</dcterms:created>
  <dcterms:modified xsi:type="dcterms:W3CDTF">2026-09-25T15:20:38Z</dcterms:modified>
</cp:coreProperties>
</file>