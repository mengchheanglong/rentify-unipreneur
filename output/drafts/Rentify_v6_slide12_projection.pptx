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52637A"/>
                </a:solidFill>
                <a:latin typeface="Arial"/>
              </a:defRPr>
            </a:pPr>
            <a:r>
              <a:rPr sz="1300" b="0" i="0" u="none" strike="noStrike">
                <a:solidFill>
                  <a:srgbClr val="52637A"/>
                </a:solidFill>
                <a:latin typeface="Arial"/>
              </a:rPr>
              <a:t>Where each year's revenue goes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Running costs + tax</c:v>
                </c:pt>
              </c:strCache>
            </c:strRef>
          </c:tx>
          <c:spPr>
            <a:solidFill>
              <a:srgbClr val="64748B"/>
            </a:solidFill>
            <a:effectLst/>
          </c:spPr>
          <c:invertIfNegative val="0"/>
          <c:dLbls>
            <c:numFmt formatCode="[&gt;=1000]$#,##0;&quot;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2905</c:v>
                </c:pt>
                <c:pt idx="1">
                  <c:v>6734</c:v>
                </c:pt>
                <c:pt idx="2">
                  <c:v>16251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Team pay (from profit)</c:v>
                </c:pt>
              </c:strCache>
            </c:strRef>
          </c:tx>
          <c:spPr>
            <a:solidFill>
              <a:srgbClr val="2463E8"/>
            </a:solidFill>
            <a:effectLst/>
          </c:spPr>
          <c:invertIfNegative val="0"/>
          <c:dLbls>
            <c:numFmt formatCode="[&gt;=1000]$#,##0;&quot;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9426</c:v>
                </c:pt>
                <c:pt idx="2">
                  <c:v>26741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Kept in the company</c:v>
                </c:pt>
              </c:strCache>
            </c:strRef>
          </c:tx>
          <c:spPr>
            <a:solidFill>
              <a:srgbClr val="0AA7A2"/>
            </a:solidFill>
            <a:effectLst/>
          </c:spPr>
          <c:invertIfNegative val="0"/>
          <c:dLbls>
            <c:numFmt formatCode="[&gt;=1000]$#,##0;&quot;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236</c:v>
                </c:pt>
                <c:pt idx="1">
                  <c:v>6687</c:v>
                </c:pt>
                <c:pt idx="2">
                  <c:v>18594</c:v>
                </c:pt>
              </c:numCache>
            </c:numRef>
          </c:val>
        </c:ser>
        <c:dLbls>
          <c:numFmt formatCode="[&gt;=1000]$#,##0;&quot;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5243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[4:00–4:18]
We are bootstrapped. Five founders do everything themselves, with AI-assisted development and servers that cost about 50 dollars a month. About 110 paying shops cover all our running costs, so Rentify pays for itself from Year 1. We work unpaid that year, then pay ourselves from profit: about 150 dollars a month each in Year 2 and 420 in Year 3, while still keeping 18,600 dollars in the company. Marketplace commission is upside on top.
(Q&amp;A: rule = half of each year's profit goes to the team, capped at $500 per founder; the rest is reserve. Marketing is 10% of revenue; growth is founder-led. We need about $1.1K to start: registration and pilot servers. About 765 paying shops would pay all five of us the full $500. Model: docs/rentify-financial-model.xlsx.)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5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Three-year projection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2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Bootstrapped: team unpaid in Year 1, then paid from profit · subscriptions only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6903720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A2A4A">
                <a:alpha val="14000"/>
              </a:srgbClr>
            </a:outerShdw>
          </a:effectLst>
        </p:spPr>
      </p:sp>
      <p:graphicFrame>
        <p:nvGraphicFramePr>
          <p:cNvPr id="5" name="Chart 0" descr=""/>
          <p:cNvGraphicFramePr/>
          <p:nvPr/>
        </p:nvGraphicFramePr>
        <p:xfrm>
          <a:off x="685800" y="1600200"/>
          <a:ext cx="653796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680960" y="1463040"/>
            <a:ext cx="3977640" cy="1024128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909560" y="1463040"/>
            <a:ext cx="16459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5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$61.6K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9555480" y="1463040"/>
            <a:ext cx="20116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2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3 revenue after 10% VAT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680960" y="2633472"/>
            <a:ext cx="3977640" cy="1024128"/>
          </a:xfrm>
          <a:prstGeom prst="roundRect">
            <a:avLst>
              <a:gd name="adj" fmla="val 14286"/>
            </a:avLst>
          </a:prstGeom>
          <a:solidFill>
            <a:srgbClr val="111D35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909560" y="2633472"/>
            <a:ext cx="16459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1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9555480" y="2633472"/>
            <a:ext cx="20116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7F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covers its own costs, team unpaid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680960" y="3803904"/>
            <a:ext cx="3977640" cy="1024128"/>
          </a:xfrm>
          <a:prstGeom prst="roundRect">
            <a:avLst>
              <a:gd name="adj" fmla="val 14286"/>
            </a:avLst>
          </a:prstGeom>
          <a:solidFill>
            <a:srgbClr val="DCFCE7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909560" y="3803904"/>
            <a:ext cx="16459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~110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9555480" y="3803904"/>
            <a:ext cx="20116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2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paying shops cover all running costs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7680960" y="4974336"/>
            <a:ext cx="3977640" cy="1024128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7909560" y="4974336"/>
            <a:ext cx="16459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5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$1.1K</a:t>
            </a:r>
            <a:endParaRPr lang="en-US" sz="2600" dirty="0"/>
          </a:p>
        </p:txBody>
      </p:sp>
      <p:sp>
        <p:nvSpPr>
          <p:cNvPr id="17" name="Text 14"/>
          <p:cNvSpPr txBox="1"/>
          <p:nvPr/>
        </p:nvSpPr>
        <p:spPr>
          <a:xfrm>
            <a:off x="9555480" y="4974336"/>
            <a:ext cx="20116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2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 needed to start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62636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2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pay per founder: $0 → ~$150 → ~$420 a month (half of profit, max $500). With 3% commission the team reaches $500 in Year 3 and $27.0K is kept. After 10% VAT and Cambodian taxes. All inputs to validate in the pilot.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2026-09-25T18:52:49Z</dcterms:created>
  <dcterms:modified xsi:type="dcterms:W3CDTF">2026-09-25T18:52:49Z</dcterms:modified>
</cp:coreProperties>
</file>