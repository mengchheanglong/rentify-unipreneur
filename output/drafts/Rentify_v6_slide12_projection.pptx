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AA7A2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3456</c:v>
                </c:pt>
                <c:pt idx="1">
                  <c:v>25131</c:v>
                </c:pt>
                <c:pt idx="2">
                  <c:v>67744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cost</c:v>
                </c:pt>
              </c:strCache>
            </c:strRef>
          </c:tx>
          <c:spPr>
            <a:solidFill>
              <a:srgbClr val="C7D2E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7255</c:v>
                </c:pt>
                <c:pt idx="1">
                  <c:v>19039</c:v>
                </c:pt>
                <c:pt idx="2">
                  <c:v>45607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4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24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[4:00–4:18]
We run lean: three founders who hold equity, AI-assisted development, and cloud servers that cost about 50 dollars a month at launch. Counting subscriptions only, revenue reaches 68,000 dollars in Year 3, we turn profitable in Year 2, and we break even at about 670 paying shops — around 1% of the stores we target. Marketplace commission is upside on top.
(Q&amp;A: founders take a small allowance, $100 rising to $500 a month; even at a $1,000 market salary, Year 3 is still about +$7.7K. We need about $3.8K before we turn profitable. Model: docs/rentify-financial-model.xlsx.)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projection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case: subscriptions only, founders on equity · commission is upside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90372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A2A4A">
                <a:alpha val="14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00200"/>
          <a:ext cx="6537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463040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1463040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$67.7K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555480" y="1463040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revenue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80960" y="2633472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111D3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909560" y="2633472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2633472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profit: +$6.1K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680960" y="3803904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909560" y="3803904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~670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555480" y="3803904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shops to break even (1% of our market)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974336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09560" y="4974336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$3.8K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555480" y="4974336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needed before profit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−$3.8K, +$6.1K, +$22.1K (Years 1–3). With 3% marketplace commission: −$3.5K, +$10.6K, +$38.4K. Costs priced bottom-up (DigitalOcean, Resend, MoC fees); shop numbers from the team model. Full detail in appendix; all inputs to validate in the pilot.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2026-09-25T18:12:25Z</dcterms:created>
  <dcterms:modified xsi:type="dcterms:W3CDTF">2026-09-25T18:12:25Z</dcterms:modified>
</cp:coreProperties>
</file>