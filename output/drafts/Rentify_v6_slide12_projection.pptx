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AA7A2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4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3456</c:v>
                </c:pt>
                <c:pt idx="1">
                  <c:v>25131</c:v>
                </c:pt>
                <c:pt idx="2">
                  <c:v>67744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cost</c:v>
                </c:pt>
              </c:strCache>
            </c:strRef>
          </c:tx>
          <c:spPr>
            <a:solidFill>
              <a:srgbClr val="C7D2E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4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30258</c:v>
                </c:pt>
                <c:pt idx="1">
                  <c:v>61879</c:v>
                </c:pt>
                <c:pt idx="2">
                  <c:v>93819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24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24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[4:00–4:18]
Our lean model counts subscriptions only. Revenue grows to 68,000 dollars in Year 3. We break even at about 1,900 paying shops — under 3% of the 65,000 specialised stores we target. Marketplace commission, once online payments launch, is upside on top.
(Q&amp;A: the $5 average is conservative — Starter is $5 and Pro is $10; Free-plan shops pay no subscription and are not counted as paying. All inputs will be updated with pilot data.)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Three-year projection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 only · marketplace commission not included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90372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A2A4A">
                <a:alpha val="14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00200"/>
          <a:ext cx="6537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463040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1463040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$67.7K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555480" y="1463040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 revenue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680960" y="2633472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111D3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909560" y="2633472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1,895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555480" y="2633472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shops to break even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680960" y="3803904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909560" y="3803904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555480" y="3803904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our 65,400-store market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974336"/>
            <a:ext cx="3977640" cy="1024128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09560" y="4974336"/>
            <a:ext cx="1645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555480" y="4974336"/>
            <a:ext cx="2011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plan (Starter $5, Pro $10)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36-month model, lean cost base. Net result −$26.8K, −$36.7K, −$26.1K (Years 1–3). Prices, conversion, churn and costs are assumptions to validate in the pilot.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2026-09-25T16:28:03Z</dcterms:created>
  <dcterms:modified xsi:type="dcterms:W3CDTF">2026-09-25T16:28:03Z</dcterms:modified>
</cp:coreProperties>
</file>