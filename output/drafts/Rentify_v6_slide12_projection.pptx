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AA7A2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4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3142</c:v>
                </c:pt>
                <c:pt idx="1">
                  <c:v>22846</c:v>
                </c:pt>
                <c:pt idx="2">
                  <c:v>61586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cost</c:v>
                </c:pt>
              </c:strCache>
            </c:strRef>
          </c:tx>
          <c:spPr>
            <a:solidFill>
              <a:srgbClr val="C7D2E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4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11212</c:v>
                </c:pt>
                <c:pt idx="1">
                  <c:v>28611</c:v>
                </c:pt>
                <c:pt idx="2">
                  <c:v>57535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24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524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[4:00–4:18]
We run lean: five founders who hold equity, AI-assisted development, and cloud servers that cost about 50 dollars a month at launch. Counting subscriptions only and after VAT and taxes, revenue reaches 62,000 dollars in Year 3 and we turn profitable that year, breaking even at about 1,040 paying shops — under 2% of the stores we target. With a 3% marketplace commission, Year 3 profit rises to about 20,000 dollars.
(Q&amp;A: founders take a small allowance, $100 rising to $500 a month. We need about $13.8K before we turn profitable — prize money, grants and savings. Taxes: 10% VAT is included in our $5 price; 20% profit tax only once past losses are used up. Model: docs/rentify-financial-model.xlsx.)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Three-year projection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case: subscriptions only, 5 founders on equity, after VAT and taxes · commission is upside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90372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A2A4A">
                <a:alpha val="14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00200"/>
          <a:ext cx="6537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463040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1463040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$61.6K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555480" y="1463040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 revenue after 10% VAT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680960" y="2633472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111D3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909560" y="2633472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9555480" y="2633472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profit: +$4.1K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680960" y="3803904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909560" y="3803904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~1,040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555480" y="3803904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paying shops to break even (1.6% of our market)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974336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09560" y="4974336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$13.8K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555480" y="4974336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needed before profit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−$8.1K, −$5.8K, +$4.1K (Years 1–3). With 3% marketplace commission: −$7.8K, −$0.8K, +$19.9K. Includes 10% VAT, 1% tax prepayment, patent tax, NSSF and 14% withholding on foreign services. Full detail in appendix; all inputs to validate in the pilot.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2026-09-25T18:28:40Z</dcterms:created>
  <dcterms:modified xsi:type="dcterms:W3CDTF">2026-09-25T18:28:40Z</dcterms:modified>
</cp:coreProperties>
</file>