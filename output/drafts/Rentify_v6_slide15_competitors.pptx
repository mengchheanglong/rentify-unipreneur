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backup. If asked "why not Khmum?": they are the closest and we respect them. Our bet is a free marketplace start, 0% on the merchant's own storefront and POS sales, and faster setup — and we will compare the same merchant tasks side by side in the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evidence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descriptions, not a hands-on audit. Every Rentify difference is a claim we will test side by side in the pilot.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Alternative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they offer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Rentify aims to be different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Khmer24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 classifieds and product listings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 branded storefront and POS on one stock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Smile Shop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Multi-merchant app with delivery, payment, returns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Merchant keeps their own brand and storefront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VTENH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 with nationwide delivery, card and ABA pay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Storefront and POS for the same shop, one stock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Shopify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store and POS with synced inventory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Built-in Cambodian marketplace; Khmer storefronts; free start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Khmum eShop (closest)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Marketplace, merchant tools, POS, white-label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4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Start free on the marketplace; 0% on own sales; faster setup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109728" marB="109728" anchor="ctr">
                    <a:lnL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1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24–25 Sep 2026: khmer24.com, khsmileshop.com, vtenh.com, shopify.com/pos, startupcambodia.gov.kh (Khmum).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2026-09-25T16:57:37Z</dcterms:created>
  <dcterms:modified xsi:type="dcterms:W3CDTF">2026-09-25T16:57:37Z</dcterms:modified>
</cp:coreProperties>
</file>