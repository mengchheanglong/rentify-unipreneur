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[1:05–1:25]
Here is how Rentify works. The merchant adds a product once — name, price and stock. It appears immediately on their own storefront, in the shared marketplace and in their POS at the counter. Same price, same stock, everywhere. No copying, no re-listing.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product once. It’s live everywhere.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855568" y="1097280"/>
            <a:ext cx="448056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pic>
        <p:nvPicPr>
          <p:cNvPr id="4" name="Image 0" descr="Product photo: perfume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0160" y="1261872"/>
            <a:ext cx="1225296" cy="12252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55768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ONCE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5455768" y="15544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I Am The Queen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55768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$36.00</a:t>
            </a:r>
            <a:pPr algn="l" indent="0" marL="0">
              <a:buNone/>
            </a:pPr>
            <a:r>
              <a:rPr lang="en-US" sz="17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Stock 40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 flipH="1">
            <a:off x="1761592" y="2697480"/>
            <a:ext cx="3236976" cy="448056"/>
          </a:xfrm>
          <a:prstGeom prst="line">
            <a:avLst/>
          </a:prstGeom>
          <a:noFill/>
          <a:ln w="38100">
            <a:solidFill>
              <a:srgbClr val="2463E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58572" y="3200400"/>
            <a:ext cx="3611880" cy="2269426"/>
          </a:xfrm>
          <a:prstGeom prst="roundRect">
            <a:avLst>
              <a:gd name="adj" fmla="val 3223"/>
            </a:avLst>
          </a:prstGeom>
          <a:solidFill>
            <a:srgbClr val="FFFFFF"/>
          </a:solidFill>
          <a:ln w="25400">
            <a:solidFill>
              <a:srgbClr val="2463E8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6860" y="3218688"/>
            <a:ext cx="3575304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8"/>
          <p:cNvSpPr/>
          <p:nvPr/>
        </p:nvSpPr>
        <p:spPr>
          <a:xfrm>
            <a:off x="568300" y="327355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12" name="Shape 9"/>
          <p:cNvSpPr/>
          <p:nvPr/>
        </p:nvSpPr>
        <p:spPr>
          <a:xfrm>
            <a:off x="714604" y="327355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Shape 10"/>
          <p:cNvSpPr/>
          <p:nvPr/>
        </p:nvSpPr>
        <p:spPr>
          <a:xfrm>
            <a:off x="860908" y="327355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14" name="Image 1" descr="Own storefront scree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860" y="3438144"/>
            <a:ext cx="3575304" cy="201339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442820" y="2999232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2463E8"/>
            </a:solidFill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</a:t>
            </a:r>
            <a:pPr algn="ctr" indent="0" marL="0">
              <a:buNone/>
            </a:pPr>
            <a:r>
              <a:rPr lang="en-US" sz="1300" b="1" dirty="0">
                <a:solidFill>
                  <a:srgbClr val="2463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Stock 40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030072" y="5606987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2463E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64" y="5698427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05560" y="5606987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storefront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 flipH="1">
            <a:off x="5592928" y="2697480"/>
            <a:ext cx="502920" cy="448056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4289908" y="3200400"/>
            <a:ext cx="3611880" cy="2269426"/>
          </a:xfrm>
          <a:prstGeom prst="roundRect">
            <a:avLst>
              <a:gd name="adj" fmla="val 3223"/>
            </a:avLst>
          </a:prstGeom>
          <a:solidFill>
            <a:srgbClr val="FFFFFF"/>
          </a:solidFill>
          <a:ln w="254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308196" y="3218688"/>
            <a:ext cx="3575304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2" name="Shape 17"/>
          <p:cNvSpPr/>
          <p:nvPr/>
        </p:nvSpPr>
        <p:spPr>
          <a:xfrm>
            <a:off x="4399636" y="327355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23" name="Shape 18"/>
          <p:cNvSpPr/>
          <p:nvPr/>
        </p:nvSpPr>
        <p:spPr>
          <a:xfrm>
            <a:off x="4545940" y="327355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Shape 19"/>
          <p:cNvSpPr/>
          <p:nvPr/>
        </p:nvSpPr>
        <p:spPr>
          <a:xfrm>
            <a:off x="4692244" y="327355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25" name="Image 3" descr="Marketplace scre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196" y="3438144"/>
            <a:ext cx="3575304" cy="201339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274156" y="2999232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F97316"/>
            </a:solidFill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</a:t>
            </a:r>
            <a:pPr algn="ctr"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Stock 40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861408" y="5606987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000" y="5698427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36896" y="5606987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7193128" y="2697480"/>
            <a:ext cx="2231136" cy="448056"/>
          </a:xfrm>
          <a:prstGeom prst="line">
            <a:avLst/>
          </a:prstGeom>
          <a:noFill/>
          <a:ln w="38100">
            <a:solidFill>
              <a:srgbClr val="0AA7A2"/>
            </a:solidFill>
            <a:prstDash val="solid"/>
            <a:tailEnd type="triangle"/>
          </a:ln>
        </p:spPr>
      </p:sp>
      <p:sp>
        <p:nvSpPr>
          <p:cNvPr id="31" name="Shape 24"/>
          <p:cNvSpPr/>
          <p:nvPr/>
        </p:nvSpPr>
        <p:spPr>
          <a:xfrm>
            <a:off x="8121244" y="3200400"/>
            <a:ext cx="3611880" cy="2269426"/>
          </a:xfrm>
          <a:prstGeom prst="roundRect">
            <a:avLst>
              <a:gd name="adj" fmla="val 3223"/>
            </a:avLst>
          </a:prstGeom>
          <a:solidFill>
            <a:srgbClr val="FFFFFF"/>
          </a:solidFill>
          <a:ln w="25400">
            <a:solidFill>
              <a:srgbClr val="0AA7A2"/>
            </a:solidFill>
            <a:prstDash val="solid"/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39532" y="3218688"/>
            <a:ext cx="3575304" cy="21945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26"/>
          <p:cNvSpPr/>
          <p:nvPr/>
        </p:nvSpPr>
        <p:spPr>
          <a:xfrm>
            <a:off x="8230972" y="3273552"/>
            <a:ext cx="91440" cy="91440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34" name="Shape 27"/>
          <p:cNvSpPr/>
          <p:nvPr/>
        </p:nvSpPr>
        <p:spPr>
          <a:xfrm>
            <a:off x="8377276" y="3273552"/>
            <a:ext cx="91440" cy="91440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35" name="Shape 28"/>
          <p:cNvSpPr/>
          <p:nvPr/>
        </p:nvSpPr>
        <p:spPr>
          <a:xfrm>
            <a:off x="8523580" y="3273552"/>
            <a:ext cx="91440" cy="91440"/>
          </a:xfrm>
          <a:prstGeom prst="ellipse">
            <a:avLst/>
          </a:prstGeom>
          <a:solidFill>
            <a:srgbClr val="34D399"/>
          </a:solidFill>
          <a:ln/>
        </p:spPr>
      </p:sp>
      <p:pic>
        <p:nvPicPr>
          <p:cNvPr id="36" name="Image 5" descr="POS at the counter scree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532" y="3438144"/>
            <a:ext cx="3575304" cy="2013394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0105492" y="2999232"/>
            <a:ext cx="1572768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0AA7A2"/>
            </a:solidFill>
          </a:ln>
          <a:effectLst>
            <a:outerShdw sx="100000" sy="100000" kx="0" ky="0" algn="bl" rotWithShape="0" blurRad="101600" dist="38100" dir="5400000">
              <a:srgbClr val="1A2A4A">
                <a:alpha val="18000"/>
              </a:srgbClr>
            </a:outerShdw>
          </a:effectLst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4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$36</a:t>
            </a:r>
            <a:pPr algn="ctr" indent="0" marL="0">
              <a:buNone/>
            </a:pPr>
            <a:r>
              <a:rPr lang="en-US" sz="1300" b="1" dirty="0">
                <a:solidFill>
                  <a:srgbClr val="0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Stock 40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8692744" y="5606987"/>
            <a:ext cx="2468880" cy="438912"/>
          </a:xfrm>
          <a:prstGeom prst="roundRect">
            <a:avLst>
              <a:gd name="adj" fmla="val 50000"/>
            </a:avLst>
          </a:prstGeom>
          <a:solidFill>
            <a:srgbClr val="0AA7A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7336" y="5698427"/>
            <a:ext cx="256032" cy="25603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9168232" y="5606987"/>
            <a:ext cx="1901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 at the counter</a:t>
            </a:r>
            <a:endParaRPr lang="en-US" sz="1500" dirty="0"/>
          </a:p>
        </p:txBody>
      </p:sp>
      <p:sp>
        <p:nvSpPr>
          <p:cNvPr id="41" name="Text 32"/>
          <p:cNvSpPr txBox="1"/>
          <p:nvPr/>
        </p:nvSpPr>
        <p:spPr>
          <a:xfrm>
            <a:off x="548640" y="63550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26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screens from Rentify’s working development build (demo store: Aura Botanicals).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2026-09-26T03:56:20Z</dcterms:created>
  <dcterms:modified xsi:type="dcterms:W3CDTF">2026-09-26T03:56:20Z</dcterms:modified>
</cp:coreProperties>
</file>