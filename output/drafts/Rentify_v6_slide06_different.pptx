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[1:50–2:15]
Three things make Rentify different. One: start anywhere — a merchant can begin on our marketplace and add their own store and POS later, without re-listing a single product. Two: one sale updates every channel, as you just saw. Three: fair pricing — merchants pay nothing on their own storefront and counter sales. We only earn when our marketplace brings the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2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Rentify different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0868" y="1325880"/>
            <a:ext cx="3520440" cy="46177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1518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23748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anywhere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35628" y="1325880"/>
            <a:ext cx="3520440" cy="46177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0994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18508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stock everywhere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30388" y="1325880"/>
            <a:ext cx="3520440" cy="46177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0470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13268" y="5029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pricing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33476" y="3703320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928" y="3890772"/>
            <a:ext cx="374904" cy="3749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327252" y="349300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pic>
        <p:nvPicPr>
          <p:cNvPr id="15" name="Image 1" descr="C:\Users\User\Downloads\rentify-national-challenge\assets\v6\s4-product-perfu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972" y="3538728"/>
            <a:ext cx="329184" cy="329184"/>
          </a:xfrm>
          <a:prstGeom prst="ellipse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50596" y="45079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436" y="3657600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885036" y="2990088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488" y="3177540"/>
            <a:ext cx="374904" cy="37490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378812" y="27797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pic>
        <p:nvPicPr>
          <p:cNvPr id="21" name="Image 4" descr="C:\Users\User\Downloads\rentify-national-challenge\assets\v6\s4-product-perfu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4532" y="2825496"/>
            <a:ext cx="329184" cy="329184"/>
          </a:xfrm>
          <a:prstGeom prst="ellipse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702156" y="37947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996" y="2944368"/>
            <a:ext cx="256032" cy="256032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2936596" y="2276856"/>
            <a:ext cx="749808" cy="749808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048" y="2464308"/>
            <a:ext cx="374904" cy="37490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3430372" y="206654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pic>
        <p:nvPicPr>
          <p:cNvPr id="27" name="Image 7" descr="C:\Users\User\Downloads\rentify-national-challenge\assets\v6\s4-product-perfum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092" y="2112264"/>
            <a:ext cx="329184" cy="329184"/>
          </a:xfrm>
          <a:prstGeom prst="ellipse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2753716" y="308152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5711800" y="2011680"/>
            <a:ext cx="768096" cy="768096"/>
          </a:xfrm>
          <a:prstGeom prst="ellipse">
            <a:avLst/>
          </a:prstGeom>
          <a:solidFill>
            <a:srgbClr val="111D35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4680" y="2194560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242152" y="1901952"/>
            <a:ext cx="420624" cy="420624"/>
          </a:xfrm>
          <a:prstGeom prst="ellipse">
            <a:avLst/>
          </a:prstGeom>
          <a:solidFill>
            <a:srgbClr val="D64545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</a:t>
            </a:r>
            <a:endParaRPr lang="en-US" sz="1300" dirty="0"/>
          </a:p>
        </p:txBody>
      </p:sp>
      <p:sp>
        <p:nvSpPr>
          <p:cNvPr id="32" name="Shape 21"/>
          <p:cNvSpPr/>
          <p:nvPr/>
        </p:nvSpPr>
        <p:spPr>
          <a:xfrm flipH="1">
            <a:off x="5103724" y="2834640"/>
            <a:ext cx="992124" cy="694944"/>
          </a:xfrm>
          <a:prstGeom prst="line">
            <a:avLst/>
          </a:prstGeom>
          <a:noFill/>
          <a:ln w="25400">
            <a:solidFill>
              <a:srgbClr val="2463E8"/>
            </a:solidFill>
            <a:prstDash val="solid"/>
            <a:tailEnd type="triangle"/>
          </a:ln>
        </p:spPr>
      </p:sp>
      <p:sp>
        <p:nvSpPr>
          <p:cNvPr id="33" name="Shape 22"/>
          <p:cNvSpPr/>
          <p:nvPr/>
        </p:nvSpPr>
        <p:spPr>
          <a:xfrm>
            <a:off x="4747108" y="35661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5416" y="3744468"/>
            <a:ext cx="356616" cy="35661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5186020" y="341071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63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36" name="Shape 24"/>
          <p:cNvSpPr/>
          <p:nvPr/>
        </p:nvSpPr>
        <p:spPr>
          <a:xfrm>
            <a:off x="6095848" y="2834640"/>
            <a:ext cx="13716" cy="694944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37" name="Shape 25"/>
          <p:cNvSpPr/>
          <p:nvPr/>
        </p:nvSpPr>
        <p:spPr>
          <a:xfrm>
            <a:off x="5752948" y="35661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1256" y="3744468"/>
            <a:ext cx="356616" cy="356616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191860" y="341071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6095848" y="2834640"/>
            <a:ext cx="1019556" cy="694944"/>
          </a:xfrm>
          <a:prstGeom prst="line">
            <a:avLst/>
          </a:prstGeom>
          <a:noFill/>
          <a:ln w="25400">
            <a:solidFill>
              <a:srgbClr val="0AA7A2"/>
            </a:solidFill>
            <a:prstDash val="solid"/>
            <a:tailEnd type="triangle"/>
          </a:ln>
        </p:spPr>
      </p:sp>
      <p:sp>
        <p:nvSpPr>
          <p:cNvPr id="41" name="Shape 28"/>
          <p:cNvSpPr/>
          <p:nvPr/>
        </p:nvSpPr>
        <p:spPr>
          <a:xfrm>
            <a:off x="6758788" y="35661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7096" y="3744468"/>
            <a:ext cx="356616" cy="356616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197700" y="3410712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A7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8404708" y="2103120"/>
            <a:ext cx="2971800" cy="1005840"/>
          </a:xfrm>
          <a:prstGeom prst="roundRect">
            <a:avLst>
              <a:gd name="adj" fmla="val 16364"/>
            </a:avLst>
          </a:prstGeom>
          <a:solidFill>
            <a:srgbClr val="DCFCE7"/>
          </a:solidFill>
          <a:ln/>
        </p:spPr>
      </p:sp>
      <p:sp>
        <p:nvSpPr>
          <p:cNvPr id="45" name="Shape 31"/>
          <p:cNvSpPr/>
          <p:nvPr/>
        </p:nvSpPr>
        <p:spPr>
          <a:xfrm>
            <a:off x="8587588" y="22860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2463E8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8464" y="2436876"/>
            <a:ext cx="301752" cy="301752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9319108" y="22860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0AA7A2"/>
          </a:solidFill>
          <a:ln/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9984" y="2436876"/>
            <a:ext cx="301752" cy="301752"/>
          </a:xfrm>
          <a:prstGeom prst="rect">
            <a:avLst/>
          </a:prstGeom>
        </p:spPr>
      </p:pic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68916" y="2459736"/>
            <a:ext cx="256032" cy="256032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10416388" y="2103120"/>
            <a:ext cx="868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4600" dirty="0"/>
          </a:p>
        </p:txBody>
      </p:sp>
      <p:sp>
        <p:nvSpPr>
          <p:cNvPr id="51" name="Shape 34"/>
          <p:cNvSpPr/>
          <p:nvPr/>
        </p:nvSpPr>
        <p:spPr>
          <a:xfrm>
            <a:off x="8404708" y="3474720"/>
            <a:ext cx="2971800" cy="1005840"/>
          </a:xfrm>
          <a:prstGeom prst="roundRect">
            <a:avLst>
              <a:gd name="adj" fmla="val 16364"/>
            </a:avLst>
          </a:prstGeom>
          <a:solidFill>
            <a:srgbClr val="FFEDD5"/>
          </a:solidFill>
          <a:ln/>
        </p:spPr>
      </p:sp>
      <p:sp>
        <p:nvSpPr>
          <p:cNvPr id="52" name="Shape 35"/>
          <p:cNvSpPr/>
          <p:nvPr/>
        </p:nvSpPr>
        <p:spPr>
          <a:xfrm>
            <a:off x="8587588" y="3657600"/>
            <a:ext cx="603504" cy="603504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/>
        </p:spPr>
      </p:sp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38464" y="3808476"/>
            <a:ext cx="301752" cy="301752"/>
          </a:xfrm>
          <a:prstGeom prst="rect">
            <a:avLst/>
          </a:prstGeom>
        </p:spPr>
      </p:pic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7396" y="3831336"/>
            <a:ext cx="256032" cy="256032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9684868" y="34747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%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2026-09-25T16:16:07Z</dcterms:created>
  <dcterms:modified xsi:type="dcterms:W3CDTF">2026-09-25T16:16:07Z</dcterms:modified>
</cp:coreProperties>
</file>