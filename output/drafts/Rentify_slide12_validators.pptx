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[MOCK] Replace these quotes with what each validator actually said. Do not present mock quotes as real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merchants told 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932688"/>
            <a:ext cx="502920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QUOTES — replace with real feedback before presenting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18008" y="1463040"/>
            <a:ext cx="35661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6608" y="169164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El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84" y="1728216"/>
            <a:ext cx="658368" cy="658368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5288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Elora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15288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Perfume store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032608" y="15727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46608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sell on Facebook and in my shop. Keeping stock the same in both is my biggest headache.”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6608" y="3310128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0AA7A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Will use Rentify at launch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2768" y="1463040"/>
            <a:ext cx="35661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1368" y="169164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Kour Mani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944" y="1728216"/>
            <a:ext cx="658368" cy="658368"/>
          </a:xfrm>
          <a:prstGeom prst="ellipse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10048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Kour Manith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10048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shop &amp; restaurant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27368" y="15727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4541368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POS that also puts my menu online would save me hours every week.”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07528" y="1463040"/>
            <a:ext cx="35661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36128" y="169164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2" descr="Apsara Fai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704" y="1728216"/>
            <a:ext cx="658368" cy="658368"/>
          </a:xfrm>
          <a:prstGeom prst="ellipse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04808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Apsara Fairy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9204808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&amp; coffee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10622128" y="15727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8336128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it is free to start, I would try the marketplace this month.”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2415388" y="3977640"/>
            <a:ext cx="35661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643988" y="420624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3" descr="Hyper-Tech St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564" y="4242816"/>
            <a:ext cx="658368" cy="658368"/>
          </a:xfrm>
          <a:prstGeom prst="ellipse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512668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Hyper-Tech Store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3512668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store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929988" y="40873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32" name="Text 26"/>
          <p:cNvSpPr txBox="1"/>
          <p:nvPr/>
        </p:nvSpPr>
        <p:spPr>
          <a:xfrm>
            <a:off x="2643988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“Customers ask on Telegram if items are in stock. I have to check by hand.”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2643988" y="5824728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0AA7A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Will use Rentify at launch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210148" y="3977640"/>
            <a:ext cx="35661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438748" y="420624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4" descr="Dr. Po Sovin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24" y="4242816"/>
            <a:ext cx="658368" cy="658368"/>
          </a:xfrm>
          <a:prstGeom prst="ellipse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307428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Po Sovinda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7307428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Lecturer, Strategy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8724748" y="408736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6438748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“Prove it with a small pilot first. Measure stock accuracy and repeat use.”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quotes for layout only. Replace with each validator’s real words and confirm permission to show names and logos.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2026-09-26T01:47:21Z</dcterms:created>
  <dcterms:modified xsi:type="dcterms:W3CDTF">2026-09-26T01:47:21Z</dcterms:modified>
</cp:coreProperties>
</file>