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[0:15–0:40]
But their tools don't connect. Orders arrive on Telegram, products are listed on Facebook and Khmer24, stock lives in a notebook, and sales happen on a separate POS. So when the last item sells at the counter, Facebook still says it's in stock and Khmer24 shows the old price. The result is an apology, a refund and a lost customer.
(Evidence: illustrative scenario. Replace with real merchant quotes once pilot conversations happen.)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merchant. Too many places to update.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60520" y="1600200"/>
            <a:ext cx="3840480" cy="3840480"/>
          </a:xfrm>
          <a:prstGeom prst="ellipse">
            <a:avLst/>
          </a:prstGeom>
          <a:solidFill>
            <a:srgbClr val="FDE2E2"/>
          </a:solidFill>
          <a:ln/>
        </p:spPr>
      </p:sp>
      <p:pic>
        <p:nvPicPr>
          <p:cNvPr id="4" name="Image 0" descr="Illustration of a stressed shop owner in an apron grabbing her 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3048" y="1188720"/>
            <a:ext cx="4572000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 rot="-300000">
            <a:off x="822960" y="1325880"/>
            <a:ext cx="29260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38100" dir="5400000">
              <a:srgbClr val="1A2A4A">
                <a:alpha val="1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</a:t>
            </a:r>
            <a:endParaRPr lang="en-US" sz="16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STOCK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 rot="-300000">
            <a:off x="502920" y="1051560"/>
            <a:ext cx="640080" cy="640080"/>
          </a:xfrm>
          <a:prstGeom prst="ellipse">
            <a:avLst/>
          </a:prstGeom>
          <a:solidFill>
            <a:srgbClr val="1877F2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5400000">
              <a:srgbClr val="1A2A4A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 rot="-300000">
            <a:off x="502920" y="108996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3500" dirty="0"/>
          </a:p>
        </p:txBody>
      </p:sp>
      <p:sp>
        <p:nvSpPr>
          <p:cNvPr id="8" name="Text 5"/>
          <p:cNvSpPr txBox="1"/>
          <p:nvPr/>
        </p:nvSpPr>
        <p:spPr>
          <a:xfrm rot="240000">
            <a:off x="960120" y="2926080"/>
            <a:ext cx="27889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38100" dir="5400000">
              <a:srgbClr val="1A2A4A">
                <a:alpha val="1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Khmer24 listing</a:t>
            </a:r>
            <a:endParaRPr lang="en-US" sz="16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PRICE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240000">
            <a:off x="640080" y="2651760"/>
            <a:ext cx="621792" cy="621792"/>
          </a:xfrm>
          <a:prstGeom prst="ellipse">
            <a:avLst/>
          </a:prstGeom>
          <a:solidFill>
            <a:srgbClr val="F97316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5400000">
              <a:srgbClr val="1A2A4A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0000">
            <a:off x="770656" y="2813426"/>
            <a:ext cx="323332" cy="3233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 rot="-180000">
            <a:off x="822960" y="4526280"/>
            <a:ext cx="28346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38100" dir="5400000">
              <a:srgbClr val="1A2A4A">
                <a:alpha val="1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16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new orders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 rot="-180000">
            <a:off x="502920" y="4251960"/>
            <a:ext cx="603504" cy="603504"/>
          </a:xfrm>
          <a:prstGeom prst="ellipse">
            <a:avLst/>
          </a:prstGeom>
          <a:solidFill>
            <a:srgbClr val="27A7E7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5400000">
              <a:srgbClr val="1A2A4A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80000">
            <a:off x="629656" y="4408871"/>
            <a:ext cx="313822" cy="31382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 rot="360000">
            <a:off x="8503920" y="1600200"/>
            <a:ext cx="28346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38100" dir="5400000">
              <a:srgbClr val="1A2A4A">
                <a:alpha val="1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at the counter</a:t>
            </a:r>
            <a:endParaRPr lang="en-US" sz="16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6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SOLD OUT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 rot="360000">
            <a:off x="11018520" y="1325880"/>
            <a:ext cx="621792" cy="621792"/>
          </a:xfrm>
          <a:prstGeom prst="ellipse">
            <a:avLst/>
          </a:prstGeom>
          <a:solidFill>
            <a:srgbClr val="334155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5400000">
              <a:srgbClr val="1A2A4A">
                <a:alpha val="18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60000">
            <a:off x="11149096" y="1487546"/>
            <a:ext cx="323332" cy="3233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 rot="-360000">
            <a:off x="8686800" y="3749040"/>
            <a:ext cx="2560320" cy="1097280"/>
          </a:xfrm>
          <a:prstGeom prst="rect">
            <a:avLst/>
          </a:prstGeom>
          <a:solidFill>
            <a:srgbClr val="FEF08A"/>
          </a:solidFill>
          <a:ln/>
          <a:effectLst>
            <a:outerShdw sx="100000" sy="100000" kx="0" ky="0" algn="bl" rotWithShape="0" blurRad="76200" dist="38100" dir="5400000">
              <a:srgbClr val="1A2A4A">
                <a:alpha val="1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243A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Stock: 3? 5? 0?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 rot="-300000">
            <a:off x="7040880" y="1097280"/>
            <a:ext cx="2103120" cy="658368"/>
          </a:xfrm>
          <a:prstGeom prst="wedgeRoundRectCallou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  <a:effectLst>
            <a:outerShdw sx="100000" sy="100000" kx="0" ky="0" algn="bl" rotWithShape="0" blurRad="76200" dist="38100" dir="5400000">
              <a:srgbClr val="1A2A4A">
                <a:alpha val="18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Where’s my order??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 rot="-900000">
            <a:off x="4206240" y="10972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6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4400" dirty="0"/>
          </a:p>
        </p:txBody>
      </p:sp>
      <p:sp>
        <p:nvSpPr>
          <p:cNvPr id="20" name="Text 14"/>
          <p:cNvSpPr txBox="1"/>
          <p:nvPr/>
        </p:nvSpPr>
        <p:spPr>
          <a:xfrm rot="720000">
            <a:off x="6995160" y="20116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6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??</a:t>
            </a:r>
            <a:endParaRPr lang="en-US" sz="360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6355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scenario and AI-generated image. How often this happens will be measured in our first merchant pilots.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2026-09-25T14:20:09Z</dcterms:created>
  <dcterms:modified xsi:type="dcterms:W3CDTF">2026-09-25T14:20:09Z</dcterms:modified>
</cp:coreProperties>
</file>