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[Q&amp;A / demo]
Rentify is live. Scan the QR code to explore our templates, try the live demo, and start free, with no credit card needed.
(Before presenting: open rentify.mekhla.digital once to make sure it is up. Keep this slide on screen during Q&amp;A so judges can scan it.)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Rentify is live.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12064" cy="51206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0AA7A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05409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9260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 code with your phone camera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639312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0AA7A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76732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363931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templates and the live demo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4352544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0AA7A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4805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43525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free, no credit card needed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25780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A2A4A"/>
          </a:solidFill>
          <a:ln w="12700">
            <a:solidFill>
              <a:srgbClr val="0AA7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rentify.mekhla.digital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172200" y="914400"/>
            <a:ext cx="5440680" cy="3656457"/>
          </a:xfrm>
          <a:prstGeom prst="roundRect">
            <a:avLst>
              <a:gd name="adj" fmla="val 20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190488" y="932688"/>
            <a:ext cx="5404104" cy="2377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1"/>
          <p:cNvSpPr/>
          <p:nvPr/>
        </p:nvSpPr>
        <p:spPr>
          <a:xfrm>
            <a:off x="6281928" y="996696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8232" y="996696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Shape 13"/>
          <p:cNvSpPr/>
          <p:nvPr/>
        </p:nvSpPr>
        <p:spPr>
          <a:xfrm>
            <a:off x="6574536" y="99669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9" name="Image 3" descr="Live Rentify website home p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170432"/>
            <a:ext cx="5404104" cy="338213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162288" y="3355848"/>
            <a:ext cx="2569464" cy="2926080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38100">
            <a:solidFill>
              <a:srgbClr val="0AA7A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QR code to rentify.mekhla.digit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3520440"/>
            <a:ext cx="2240280" cy="22402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326880" y="5806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try Rentify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2026-09-26T04:17:47Z</dcterms:created>
  <dcterms:modified xsi:type="dcterms:W3CDTF">2026-09-26T04:17:47Z</dcterms:modified>
</cp:coreProperties>
</file>