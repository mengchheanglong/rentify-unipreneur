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[Competition]
Merchants already have options — but most cover only one piece. Marketplaces like Khmer24 and VTENH bring buyers, but no brand of your own. A Facebook page has no real stock or checkout. POS apps only work at the counter. Shopify has no Cambodian marketplace. Khmum is closest to us — they offer all three, and they prove Cambodian merchants want this. The difference is how you get it: Khmum merchants join through their sales team and sell inside the Khmum app. With Rentify, any shop signs up itself, starts free, and gets its own storefront website in minutes — all on one stock.
(Q&amp;A: lit tiles reflect public descriptions, not a hands-on audit. Against Khmum we will compare setup time, stock accuracy and total cost in the pilot.)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Rentify compares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383280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OFFER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1371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1371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371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123444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RENTIFY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737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Khmer24 · VTENH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116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71900" y="178308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3340" y="1874520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14900" y="178308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87452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057900" y="178308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187452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169164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brand too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2313432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77240" y="2359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page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2633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selling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771900" y="2404872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340" y="2496312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914900" y="2404872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2496312"/>
            <a:ext cx="182880" cy="18288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057900" y="2404872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340" y="2496312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995160" y="2313432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stock and checkout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48640" y="2935224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777240" y="2980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apps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777240" y="32552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only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771900" y="3026664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3340" y="3118104"/>
            <a:ext cx="182880" cy="18288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4914900" y="3026664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6340" y="3118104"/>
            <a:ext cx="182880" cy="18288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6057900" y="3026664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9340" y="3118104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995160" y="2935224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online, same stock</a:t>
            </a:r>
            <a:endParaRPr lang="en-US" sz="1400" dirty="0"/>
          </a:p>
        </p:txBody>
      </p:sp>
      <p:sp>
        <p:nvSpPr>
          <p:cNvPr id="38" name="Shape 27"/>
          <p:cNvSpPr/>
          <p:nvPr/>
        </p:nvSpPr>
        <p:spPr>
          <a:xfrm>
            <a:off x="548640" y="3557016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777240" y="36027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</a:t>
            </a:r>
            <a:endParaRPr lang="en-US" sz="1400" dirty="0"/>
          </a:p>
        </p:txBody>
      </p:sp>
      <p:sp>
        <p:nvSpPr>
          <p:cNvPr id="40" name="Text 29"/>
          <p:cNvSpPr txBox="1"/>
          <p:nvPr/>
        </p:nvSpPr>
        <p:spPr>
          <a:xfrm>
            <a:off x="777240" y="3877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store builder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3771900" y="364845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E2E8F0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3340" y="3739896"/>
            <a:ext cx="182880" cy="182880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4914900" y="364845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6340" y="3739896"/>
            <a:ext cx="182880" cy="182880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6057900" y="364845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9340" y="3739896"/>
            <a:ext cx="182880" cy="182880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995160" y="3557016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Cambodian marketplace built in</a:t>
            </a:r>
            <a:endParaRPr lang="en-US" sz="1400" dirty="0"/>
          </a:p>
        </p:txBody>
      </p:sp>
      <p:sp>
        <p:nvSpPr>
          <p:cNvPr id="48" name="Shape 34"/>
          <p:cNvSpPr/>
          <p:nvPr/>
        </p:nvSpPr>
        <p:spPr>
          <a:xfrm>
            <a:off x="548640" y="4178808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35"/>
          <p:cNvSpPr txBox="1"/>
          <p:nvPr/>
        </p:nvSpPr>
        <p:spPr>
          <a:xfrm>
            <a:off x="777240" y="4224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Khmum</a:t>
            </a:r>
            <a:endParaRPr lang="en-US" sz="1400" dirty="0"/>
          </a:p>
        </p:txBody>
      </p:sp>
      <p:sp>
        <p:nvSpPr>
          <p:cNvPr id="50" name="Text 36"/>
          <p:cNvSpPr txBox="1"/>
          <p:nvPr/>
        </p:nvSpPr>
        <p:spPr>
          <a:xfrm>
            <a:off x="777240" y="44988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form to join · no public prices</a:t>
            </a:r>
            <a:endParaRPr lang="en-US" sz="1050" dirty="0"/>
          </a:p>
        </p:txBody>
      </p:sp>
      <p:sp>
        <p:nvSpPr>
          <p:cNvPr id="51" name="Shape 37"/>
          <p:cNvSpPr/>
          <p:nvPr/>
        </p:nvSpPr>
        <p:spPr>
          <a:xfrm>
            <a:off x="3771900" y="4270248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63340" y="4361688"/>
            <a:ext cx="182880" cy="182880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4914900" y="4270248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06340" y="4361688"/>
            <a:ext cx="182880" cy="182880"/>
          </a:xfrm>
          <a:prstGeom prst="rect">
            <a:avLst/>
          </a:prstGeom>
        </p:spPr>
      </p:pic>
      <p:sp>
        <p:nvSpPr>
          <p:cNvPr id="55" name="Shape 39"/>
          <p:cNvSpPr/>
          <p:nvPr/>
        </p:nvSpPr>
        <p:spPr>
          <a:xfrm>
            <a:off x="6057900" y="4270248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49340" y="4361688"/>
            <a:ext cx="182880" cy="182880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6995160" y="4178808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yourself · free start</a:t>
            </a:r>
            <a:endParaRPr lang="en-US" sz="1400" dirty="0"/>
          </a:p>
        </p:txBody>
      </p:sp>
      <p:sp>
        <p:nvSpPr>
          <p:cNvPr id="58" name="Shape 41"/>
          <p:cNvSpPr/>
          <p:nvPr/>
        </p:nvSpPr>
        <p:spPr>
          <a:xfrm>
            <a:off x="548640" y="4837176"/>
            <a:ext cx="11091672" cy="658368"/>
          </a:xfrm>
          <a:prstGeom prst="roundRect">
            <a:avLst>
              <a:gd name="adj" fmla="val 19444"/>
            </a:avLst>
          </a:prstGeom>
          <a:solidFill>
            <a:srgbClr val="111D35"/>
          </a:solidFill>
          <a:ln/>
          <a:effectLst>
            <a:outerShdw sx="100000" sy="100000" kx="0" ky="0" algn="bl" rotWithShape="0" blurRad="101600" dist="38100" dir="5400000">
              <a:srgbClr val="1A2A4A">
                <a:alpha val="20000"/>
              </a:srgbClr>
            </a:outerShdw>
          </a:effectLst>
        </p:spPr>
      </p:sp>
      <p:pic>
        <p:nvPicPr>
          <p:cNvPr id="59" name="Image 15" descr="Rentify logo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808" y="4992624"/>
            <a:ext cx="457200" cy="457200"/>
          </a:xfrm>
          <a:prstGeom prst="rect">
            <a:avLst/>
          </a:prstGeom>
        </p:spPr>
      </p:pic>
      <p:sp>
        <p:nvSpPr>
          <p:cNvPr id="60" name="Text 42"/>
          <p:cNvSpPr txBox="1"/>
          <p:nvPr/>
        </p:nvSpPr>
        <p:spPr>
          <a:xfrm>
            <a:off x="1325880" y="483717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Rentify</a:t>
            </a:r>
            <a:endParaRPr lang="en-US" sz="1800" dirty="0"/>
          </a:p>
        </p:txBody>
      </p:sp>
      <p:sp>
        <p:nvSpPr>
          <p:cNvPr id="61" name="Shape 43"/>
          <p:cNvSpPr/>
          <p:nvPr/>
        </p:nvSpPr>
        <p:spPr>
          <a:xfrm>
            <a:off x="3717036" y="492861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35908" y="5047488"/>
            <a:ext cx="237744" cy="237744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4860036" y="492861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78908" y="5047488"/>
            <a:ext cx="237744" cy="237744"/>
          </a:xfrm>
          <a:prstGeom prst="rect">
            <a:avLst/>
          </a:prstGeom>
        </p:spPr>
      </p:pic>
      <p:sp>
        <p:nvSpPr>
          <p:cNvPr id="65" name="Shape 45"/>
          <p:cNvSpPr/>
          <p:nvPr/>
        </p:nvSpPr>
        <p:spPr>
          <a:xfrm>
            <a:off x="6003036" y="492861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6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21908" y="5047488"/>
            <a:ext cx="237744" cy="237744"/>
          </a:xfrm>
          <a:prstGeom prst="rect">
            <a:avLst/>
          </a:prstGeom>
        </p:spPr>
      </p:pic>
      <p:sp>
        <p:nvSpPr>
          <p:cNvPr id="67" name="Text 46"/>
          <p:cNvSpPr txBox="1"/>
          <p:nvPr/>
        </p:nvSpPr>
        <p:spPr>
          <a:xfrm>
            <a:off x="6995160" y="4837176"/>
            <a:ext cx="4462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· one stock · free to start</a:t>
            </a:r>
            <a:endParaRPr lang="en-US" sz="1400" dirty="0"/>
          </a:p>
        </p:txBody>
      </p:sp>
      <p:sp>
        <p:nvSpPr>
          <p:cNvPr id="68" name="Shape 47"/>
          <p:cNvSpPr/>
          <p:nvPr/>
        </p:nvSpPr>
        <p:spPr>
          <a:xfrm>
            <a:off x="548640" y="5660136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ECFDF5"/>
          </a:solidFill>
          <a:ln w="12700">
            <a:solidFill>
              <a:srgbClr val="0AA7A2"/>
            </a:solidFill>
            <a:prstDash val="solid"/>
          </a:ln>
        </p:spPr>
      </p:sp>
      <p:sp>
        <p:nvSpPr>
          <p:cNvPr id="69" name="Text 48"/>
          <p:cNvSpPr txBox="1"/>
          <p:nvPr/>
        </p:nvSpPr>
        <p:spPr>
          <a:xfrm>
            <a:off x="822960" y="5660136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Khmum proves Cambodian merchants want this. </a:t>
            </a:r>
            <a:pPr algn="ctr"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Rentify makes it simple enough for any small shop to start today, for free.</a:t>
            </a:r>
            <a:endParaRPr lang="en-US" sz="1400" dirty="0"/>
          </a:p>
        </p:txBody>
      </p:sp>
      <p:sp>
        <p:nvSpPr>
          <p:cNvPr id="70" name="Text 49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tiles = channels each alternative publicly offers (checked Sep 2026). Khmum shops sell as a page in the Khmum app or via a custom white-label app. Full comparison in appendix.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2026-09-26T02:28:28Z</dcterms:created>
  <dcterms:modified xsi:type="dcterms:W3CDTF">2026-09-26T02:28:28Z</dcterms:modified>
</cp:coreProperties>
</file>