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Recalculate if the average plan price changes after pilot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sizing: how we counted</a:t>
            </a:r>
            <a:endParaRPr lang="en-US" sz="3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6675120"/>
                <a:gridCol w="19476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US$60 / yr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410,623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retail establishments, ISIC division 47, excluding fuel stations (4730)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US$24.6M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65,433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Specialized non-food retail, ISIC 4741–4774: fashion, cosmetics, electronics, household, books, toys, sports, second-hand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US$3.9M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≈1,129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 subscription revenue (US$67,744) ÷ US$60 — average paying shops in the team model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US$67.7K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519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US$60?  </a:t>
            </a:r>
            <a:pPr algn="l"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$5 average plan × 12 months. Free-plan shops pay no subscription.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091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  </a:t>
            </a:r>
            <a:pPr algn="l"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Cambodian e-commerce: US$1.51B (2024) → US$1.78B (2025, projected), +17.9% a year. Fashion 37% and beauty 20% of online purchases. This is sales value, not Rentify revenue.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663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businesses  </a:t>
            </a:r>
            <a:pPr algn="l"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 of Cambodian establishments have only one employee (Economic Census 2022).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2356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counted  </a:t>
            </a:r>
            <a:pPr algn="l"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commission, and home-based Facebook sellers the census barely captures (only 162 establishments list internet retail as their main activity).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NIS Economic Census 2022 (final report Table 2.10; leaflet); Ministry of Commerce iTrade Bulletin, March 2025.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2026-09-25T16:28:03Z</dcterms:created>
  <dcterms:modified xsi:type="dcterms:W3CDTF">2026-09-25T16:28:03Z</dcterms:modified>
</cp:coreProperties>
</file>