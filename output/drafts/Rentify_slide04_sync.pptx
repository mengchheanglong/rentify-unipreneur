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[1:00–1:45]
Here is Rentify working. The merchant adds a product once, and it's live on their storefront, in our marketplace and in their POS. Now a customer buys one bottle at the counter. We had forty. The moment the sale completes, the stock drops to thirty-nine everywhere — the marketplace shows thirty-nine, the merchant dashboard shows thirty-nine, and the storefront stays in stock. One sale, one stock, every channel in sync. No second update.
(Q&amp;A: real screens from our development build with demo data, not customer orders.)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2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once. Sell once. Every channel in sync.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05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329184" cy="329184"/>
          </a:xfrm>
          <a:prstGeom prst="ellipse">
            <a:avLst/>
          </a:prstGeom>
          <a:solidFill>
            <a:srgbClr val="111D3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005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9875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 at the POS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5120640" cy="3083277"/>
          </a:xfrm>
          <a:prstGeom prst="roundRect">
            <a:avLst>
              <a:gd name="adj" fmla="val 2076"/>
            </a:avLst>
          </a:prstGeom>
          <a:solidFill>
            <a:srgbClr val="FFFFFF"/>
          </a:solidFill>
          <a:ln w="25400">
            <a:solidFill>
              <a:srgbClr val="0AA7A2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1208" y="1435608"/>
            <a:ext cx="5084064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481328"/>
            <a:ext cx="73152" cy="7315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" y="1481328"/>
            <a:ext cx="73152" cy="7315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" y="1481328"/>
            <a:ext cx="73152" cy="73152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2" name="Image 0" descr="Rentify POS completing a cash sale of the perfu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618488"/>
            <a:ext cx="5084064" cy="2863821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212080" y="1216152"/>
            <a:ext cx="566928" cy="566928"/>
          </a:xfrm>
          <a:prstGeom prst="ellipse">
            <a:avLst/>
          </a:prstGeom>
          <a:solidFill>
            <a:srgbClr val="D6454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101600" dist="38100" dir="5400000">
              <a:srgbClr val="1A2A4A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2920" y="4774917"/>
            <a:ext cx="512064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1" descr="Perfu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912077"/>
            <a:ext cx="640080" cy="640080"/>
          </a:xfrm>
          <a:prstGeom prst="ellipse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463040" y="4774917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SALE · ADDED ONCE</a:t>
            </a:r>
            <a:endParaRPr lang="en-US" sz="14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I Am The Queen · Stock 40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206240" y="5049237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F9731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5140677"/>
            <a:ext cx="182880" cy="1828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663440" y="5049237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2463E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5140677"/>
            <a:ext cx="182880" cy="1828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120640" y="5049237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0AA7A2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5140677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160520" y="5433285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all three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5897880" y="1998838"/>
            <a:ext cx="1417320" cy="1920240"/>
          </a:xfrm>
          <a:prstGeom prst="roundRect">
            <a:avLst>
              <a:gd name="adj" fmla="val 10323"/>
            </a:avLst>
          </a:prstGeom>
          <a:solidFill>
            <a:srgbClr val="111D35"/>
          </a:solidFill>
          <a:ln/>
          <a:effectLst>
            <a:outerShdw sx="100000" sy="100000" kx="0" ky="0" algn="bl" rotWithShape="0" blurRad="101600" dist="38100" dir="5400000">
              <a:srgbClr val="1A2A4A">
                <a:alpha val="16000"/>
              </a:srgbClr>
            </a:outerShdw>
          </a:effectLst>
        </p:spPr>
      </p:sp>
      <p:pic>
        <p:nvPicPr>
          <p:cNvPr id="25" name="Image 5" descr="Perfum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2135998"/>
            <a:ext cx="640080" cy="640080"/>
          </a:xfrm>
          <a:prstGeom prst="ellipse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897880" y="282179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STOCK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5897880" y="307783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trike="sngStrike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39</a:t>
            </a:r>
            <a:endParaRPr lang="en-US" sz="22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9380" y="3535030"/>
            <a:ext cx="274320" cy="274320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5641848" y="2958958"/>
            <a:ext cx="237744" cy="0"/>
          </a:xfrm>
          <a:prstGeom prst="line">
            <a:avLst/>
          </a:prstGeom>
          <a:noFill/>
          <a:ln w="31750">
            <a:solidFill>
              <a:srgbClr val="0AA7A2"/>
            </a:solidFill>
            <a:prstDash val="solid"/>
            <a:tailEnd type="triangle"/>
          </a:ln>
        </p:spPr>
      </p:sp>
      <p:sp>
        <p:nvSpPr>
          <p:cNvPr id="30" name="Text 21"/>
          <p:cNvSpPr txBox="1"/>
          <p:nvPr/>
        </p:nvSpPr>
        <p:spPr>
          <a:xfrm>
            <a:off x="7726680" y="1005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Shape 22"/>
          <p:cNvSpPr/>
          <p:nvPr/>
        </p:nvSpPr>
        <p:spPr>
          <a:xfrm>
            <a:off x="7726680" y="1005840"/>
            <a:ext cx="329184" cy="329184"/>
          </a:xfrm>
          <a:prstGeom prst="ellipse">
            <a:avLst/>
          </a:prstGeom>
          <a:solidFill>
            <a:srgbClr val="0AA7A2"/>
          </a:solidFill>
          <a:ln/>
        </p:spPr>
      </p:sp>
      <p:sp>
        <p:nvSpPr>
          <p:cNvPr id="32" name="Text 23"/>
          <p:cNvSpPr txBox="1"/>
          <p:nvPr/>
        </p:nvSpPr>
        <p:spPr>
          <a:xfrm>
            <a:off x="7726680" y="1005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 24"/>
          <p:cNvSpPr txBox="1"/>
          <p:nvPr/>
        </p:nvSpPr>
        <p:spPr>
          <a:xfrm>
            <a:off x="8165592" y="9875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channel updates</a:t>
            </a:r>
            <a:endParaRPr lang="en-US" sz="1600" dirty="0"/>
          </a:p>
        </p:txBody>
      </p:sp>
      <p:sp>
        <p:nvSpPr>
          <p:cNvPr id="34" name="Shape 25"/>
          <p:cNvSpPr/>
          <p:nvPr/>
        </p:nvSpPr>
        <p:spPr>
          <a:xfrm>
            <a:off x="7726680" y="1417320"/>
            <a:ext cx="2148840" cy="1409891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6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7744968" y="1435608"/>
            <a:ext cx="2112264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Shape 27"/>
          <p:cNvSpPr/>
          <p:nvPr/>
        </p:nvSpPr>
        <p:spPr>
          <a:xfrm>
            <a:off x="7818120" y="1481328"/>
            <a:ext cx="73152" cy="7315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7" name="Shape 28"/>
          <p:cNvSpPr/>
          <p:nvPr/>
        </p:nvSpPr>
        <p:spPr>
          <a:xfrm>
            <a:off x="7946136" y="1481328"/>
            <a:ext cx="73152" cy="7315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8" name="Shape 29"/>
          <p:cNvSpPr/>
          <p:nvPr/>
        </p:nvSpPr>
        <p:spPr>
          <a:xfrm>
            <a:off x="8074152" y="1481328"/>
            <a:ext cx="73152" cy="73152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39" name="Image 7" descr="Marketplace after the sal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4968" y="1618488"/>
            <a:ext cx="2112264" cy="1190435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10040112" y="1581912"/>
            <a:ext cx="1630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400" dirty="0"/>
          </a:p>
        </p:txBody>
      </p:sp>
      <p:sp>
        <p:nvSpPr>
          <p:cNvPr id="41" name="Text 31"/>
          <p:cNvSpPr txBox="1"/>
          <p:nvPr/>
        </p:nvSpPr>
        <p:spPr>
          <a:xfrm>
            <a:off x="10040112" y="1947672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97316"/>
            </a:solidFill>
          </a:ln>
          <a:effectLst>
            <a:outerShdw sx="100000" sy="100000" kx="0" ky="0" algn="bl" rotWithShape="0" blurRad="101600" dist="38100" dir="5400000">
              <a:srgbClr val="1A2A4A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in stock</a:t>
            </a:r>
            <a:endParaRPr lang="en-US" sz="1200" dirty="0"/>
          </a:p>
        </p:txBody>
      </p:sp>
      <p:sp>
        <p:nvSpPr>
          <p:cNvPr id="42" name="Shape 32"/>
          <p:cNvSpPr/>
          <p:nvPr/>
        </p:nvSpPr>
        <p:spPr>
          <a:xfrm flipV="1">
            <a:off x="7315200" y="2122265"/>
            <a:ext cx="374904" cy="836693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43" name="Shape 33"/>
          <p:cNvSpPr/>
          <p:nvPr/>
        </p:nvSpPr>
        <p:spPr>
          <a:xfrm>
            <a:off x="7726680" y="2955226"/>
            <a:ext cx="2148840" cy="1409891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25400">
            <a:solidFill>
              <a:srgbClr val="2463E8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6000"/>
              </a:srgbClr>
            </a:outerShdw>
          </a:effectLst>
        </p:spPr>
      </p:sp>
      <p:sp>
        <p:nvSpPr>
          <p:cNvPr id="44" name="Shape 34"/>
          <p:cNvSpPr/>
          <p:nvPr/>
        </p:nvSpPr>
        <p:spPr>
          <a:xfrm>
            <a:off x="7744968" y="2973514"/>
            <a:ext cx="2112264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Shape 35"/>
          <p:cNvSpPr/>
          <p:nvPr/>
        </p:nvSpPr>
        <p:spPr>
          <a:xfrm>
            <a:off x="7818120" y="3019234"/>
            <a:ext cx="73152" cy="7315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46" name="Shape 36"/>
          <p:cNvSpPr/>
          <p:nvPr/>
        </p:nvSpPr>
        <p:spPr>
          <a:xfrm>
            <a:off x="7946136" y="3019234"/>
            <a:ext cx="73152" cy="7315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7" name="Shape 37"/>
          <p:cNvSpPr/>
          <p:nvPr/>
        </p:nvSpPr>
        <p:spPr>
          <a:xfrm>
            <a:off x="8074152" y="3019234"/>
            <a:ext cx="73152" cy="73152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48" name="Image 8" descr="Own storefront after the sal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4968" y="3156395"/>
            <a:ext cx="2112264" cy="1190435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10040112" y="3119819"/>
            <a:ext cx="1630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6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storefront</a:t>
            </a:r>
            <a:endParaRPr lang="en-US" sz="1400" dirty="0"/>
          </a:p>
        </p:txBody>
      </p:sp>
      <p:sp>
        <p:nvSpPr>
          <p:cNvPr id="50" name="Text 39"/>
          <p:cNvSpPr txBox="1"/>
          <p:nvPr/>
        </p:nvSpPr>
        <p:spPr>
          <a:xfrm>
            <a:off x="10040112" y="3485578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2463E8"/>
            </a:solidFill>
          </a:ln>
          <a:effectLst>
            <a:outerShdw sx="100000" sy="100000" kx="0" ky="0" algn="bl" rotWithShape="0" blurRad="101600" dist="38100" dir="5400000">
              <a:srgbClr val="1A2A4A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6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stock</a:t>
            </a:r>
            <a:endParaRPr lang="en-US" sz="1200" dirty="0"/>
          </a:p>
        </p:txBody>
      </p:sp>
      <p:sp>
        <p:nvSpPr>
          <p:cNvPr id="51" name="Shape 40"/>
          <p:cNvSpPr/>
          <p:nvPr/>
        </p:nvSpPr>
        <p:spPr>
          <a:xfrm>
            <a:off x="7315200" y="2958958"/>
            <a:ext cx="374904" cy="701213"/>
          </a:xfrm>
          <a:prstGeom prst="line">
            <a:avLst/>
          </a:prstGeom>
          <a:noFill/>
          <a:ln w="25400">
            <a:solidFill>
              <a:srgbClr val="2463E8"/>
            </a:solidFill>
            <a:prstDash val="solid"/>
            <a:tailEnd type="triangle"/>
          </a:ln>
        </p:spPr>
      </p:sp>
      <p:sp>
        <p:nvSpPr>
          <p:cNvPr id="52" name="Shape 41"/>
          <p:cNvSpPr/>
          <p:nvPr/>
        </p:nvSpPr>
        <p:spPr>
          <a:xfrm>
            <a:off x="7726680" y="4493133"/>
            <a:ext cx="2148840" cy="1410211"/>
          </a:xfrm>
          <a:prstGeom prst="roundRect">
            <a:avLst>
              <a:gd name="adj" fmla="val 4539"/>
            </a:avLst>
          </a:prstGeom>
          <a:solidFill>
            <a:srgbClr val="FFFFFF"/>
          </a:solidFill>
          <a:ln w="25400">
            <a:solidFill>
              <a:srgbClr val="0AA7A2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6000"/>
              </a:srgbClr>
            </a:outerShdw>
          </a:effectLst>
        </p:spPr>
      </p:sp>
      <p:sp>
        <p:nvSpPr>
          <p:cNvPr id="53" name="Shape 42"/>
          <p:cNvSpPr/>
          <p:nvPr/>
        </p:nvSpPr>
        <p:spPr>
          <a:xfrm>
            <a:off x="7744968" y="4511421"/>
            <a:ext cx="2112264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Shape 43"/>
          <p:cNvSpPr/>
          <p:nvPr/>
        </p:nvSpPr>
        <p:spPr>
          <a:xfrm>
            <a:off x="7818120" y="4557141"/>
            <a:ext cx="73152" cy="7315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55" name="Shape 44"/>
          <p:cNvSpPr/>
          <p:nvPr/>
        </p:nvSpPr>
        <p:spPr>
          <a:xfrm>
            <a:off x="7946136" y="4557141"/>
            <a:ext cx="73152" cy="7315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56" name="Shape 45"/>
          <p:cNvSpPr/>
          <p:nvPr/>
        </p:nvSpPr>
        <p:spPr>
          <a:xfrm>
            <a:off x="8074152" y="4557141"/>
            <a:ext cx="73152" cy="73152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57" name="Image 9" descr="Dashboard after the sal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4968" y="4694301"/>
            <a:ext cx="2112264" cy="1190755"/>
          </a:xfrm>
          <a:prstGeom prst="rect">
            <a:avLst/>
          </a:prstGeom>
        </p:spPr>
      </p:pic>
      <p:sp>
        <p:nvSpPr>
          <p:cNvPr id="58" name="Text 46"/>
          <p:cNvSpPr txBox="1"/>
          <p:nvPr/>
        </p:nvSpPr>
        <p:spPr>
          <a:xfrm>
            <a:off x="10040112" y="4657725"/>
            <a:ext cx="1630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59" name="Text 47"/>
          <p:cNvSpPr txBox="1"/>
          <p:nvPr/>
        </p:nvSpPr>
        <p:spPr>
          <a:xfrm>
            <a:off x="10040112" y="5023485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AA7A2"/>
            </a:solidFill>
          </a:ln>
          <a:effectLst>
            <a:outerShdw sx="100000" sy="100000" kx="0" ky="0" algn="bl" rotWithShape="0" blurRad="101600" dist="38100" dir="5400000">
              <a:srgbClr val="1A2A4A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39</a:t>
            </a:r>
            <a:endParaRPr lang="en-US" sz="1200" dirty="0"/>
          </a:p>
        </p:txBody>
      </p:sp>
      <p:sp>
        <p:nvSpPr>
          <p:cNvPr id="60" name="Shape 48"/>
          <p:cNvSpPr/>
          <p:nvPr/>
        </p:nvSpPr>
        <p:spPr>
          <a:xfrm>
            <a:off x="7315200" y="2958958"/>
            <a:ext cx="374904" cy="2239280"/>
          </a:xfrm>
          <a:prstGeom prst="line">
            <a:avLst/>
          </a:prstGeom>
          <a:noFill/>
          <a:ln w="25400">
            <a:solidFill>
              <a:srgbClr val="0AA7A2"/>
            </a:solidFill>
            <a:prstDash val="solid"/>
            <a:tailEnd type="triangle"/>
          </a:ln>
        </p:spPr>
      </p:sp>
      <p:sp>
        <p:nvSpPr>
          <p:cNvPr id="61" name="Text 49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screens: one cash sale on Rentify POS, captured in our development build (demo store: Aura Botanicals). No second update was made.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2026-09-26T03:59:43Z</dcterms:created>
  <dcterms:modified xsi:type="dcterms:W3CDTF">2026-09-26T03:59:43Z</dcterms:modified>
</cp:coreProperties>
</file>